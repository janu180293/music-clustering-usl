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72" r:id="rId9"/>
    <p:sldId id="263" r:id="rId10"/>
    <p:sldId id="273" r:id="rId11"/>
    <p:sldId id="264" r:id="rId12"/>
    <p:sldId id="274" r:id="rId13"/>
    <p:sldId id="265" r:id="rId14"/>
    <p:sldId id="267" r:id="rId15"/>
    <p:sldId id="268" r:id="rId16"/>
    <p:sldId id="266" r:id="rId17"/>
    <p:sldId id="269" r:id="rId18"/>
    <p:sldId id="270" r:id="rId19"/>
    <p:sldId id="271"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E7E4F5"/>
                </a:solidFill>
                <a:latin typeface="Calibri"/>
              </a:defRPr>
            </a:pPr>
            <a:r>
              <a:rPr lang="en-IN" sz="1300" b="0" i="0" u="none" strike="noStrike">
                <a:solidFill>
                  <a:srgbClr val="E7E4F5"/>
                </a:solidFill>
                <a:latin typeface="Calibri"/>
              </a:rPr>
              <a:t>Elbow Method (Inertia vs K)</a:t>
            </a:r>
          </a:p>
        </c:rich>
      </c:tx>
      <c:overlay val="0"/>
    </c:title>
    <c:autoTitleDeleted val="0"/>
    <c:plotArea>
      <c:layout/>
      <c:lineChart>
        <c:grouping val="standard"/>
        <c:varyColors val="0"/>
        <c:ser>
          <c:idx val="0"/>
          <c:order val="0"/>
          <c:tx>
            <c:strRef>
              <c:f>Sheet1!$B$1</c:f>
              <c:strCache>
                <c:ptCount val="1"/>
                <c:pt idx="0">
                  <c:v>Inertia</c:v>
                </c:pt>
              </c:strCache>
            </c:strRef>
          </c:tx>
          <c:spPr>
            <a:ln w="38100" cap="flat">
              <a:solidFill>
                <a:srgbClr val="3FE0D0"/>
              </a:solidFill>
              <a:prstDash val="solid"/>
              <a:round/>
            </a:ln>
            <a:effectLst/>
          </c:spPr>
          <c:marker>
            <c:symbol val="circle"/>
            <c:size val="6"/>
            <c:spPr>
              <a:solidFill>
                <a:srgbClr val="3FE0D0"/>
              </a:solidFill>
              <a:ln w="9525" cap="flat">
                <a:solidFill>
                  <a:srgbClr val="3FE0D0"/>
                </a:solidFill>
                <a:prstDash val="solid"/>
                <a:round/>
              </a:ln>
              <a:effectLst/>
            </c:spPr>
          </c:marker>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1650000</c:v>
                </c:pt>
                <c:pt idx="1">
                  <c:v>980000</c:v>
                </c:pt>
                <c:pt idx="2">
                  <c:v>658335</c:v>
                </c:pt>
                <c:pt idx="3">
                  <c:v>540000</c:v>
                </c:pt>
                <c:pt idx="4">
                  <c:v>465000</c:v>
                </c:pt>
                <c:pt idx="5">
                  <c:v>410000</c:v>
                </c:pt>
                <c:pt idx="6">
                  <c:v>375000</c:v>
                </c:pt>
                <c:pt idx="7">
                  <c:v>350000</c:v>
                </c:pt>
              </c:numCache>
            </c:numRef>
          </c:val>
          <c:smooth val="0"/>
          <c:extLst>
            <c:ext xmlns:c16="http://schemas.microsoft.com/office/drawing/2014/chart" uri="{C3380CC4-5D6E-409C-BE32-E72D297353CC}">
              <c16:uniqueId val="{00000000-96D1-49BD-8BFD-929EF028559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2C2560"/>
            </a:solidFill>
            <a:prstDash val="solid"/>
            <a:round/>
          </a:ln>
        </c:spPr>
        <c:txPr>
          <a:bodyPr/>
          <a:lstStyle/>
          <a:p>
            <a:pPr>
              <a:defRPr sz="1200" b="0" i="0" u="none" strike="noStrike">
                <a:solidFill>
                  <a:srgbClr val="A79FD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2A234F"/>
              </a:solidFill>
              <a:prstDash val="solid"/>
              <a:round/>
            </a:ln>
          </c:spPr>
        </c:majorGridlines>
        <c:numFmt formatCode="General" sourceLinked="0"/>
        <c:majorTickMark val="out"/>
        <c:minorTickMark val="none"/>
        <c:tickLblPos val="nextTo"/>
        <c:spPr>
          <a:ln w="12700" cap="flat">
            <a:solidFill>
              <a:srgbClr val="2C2560"/>
            </a:solidFill>
            <a:prstDash val="solid"/>
            <a:round/>
          </a:ln>
        </c:spPr>
        <c:txPr>
          <a:bodyPr/>
          <a:lstStyle/>
          <a:p>
            <a:pPr>
              <a:defRPr sz="1200" b="0" i="0" u="none" strike="noStrike">
                <a:solidFill>
                  <a:srgbClr val="A79FD1"/>
                </a:solidFill>
                <a:latin typeface="Arial"/>
              </a:defRPr>
            </a:pPr>
            <a:endParaRPr lang="en-US"/>
          </a:p>
        </c:txPr>
        <c:crossAx val="2094734554"/>
        <c:crosses val="autoZero"/>
        <c:crossBetween val="between"/>
      </c:valAx>
      <c:spPr>
        <a:solidFill>
          <a:srgbClr val="231C4F"/>
        </a:solidFill>
        <a:ln>
          <a:noFill/>
        </a:ln>
        <a:effectLst/>
      </c:spPr>
    </c:plotArea>
    <c:plotVisOnly val="1"/>
    <c:dispBlanksAs val="span"/>
    <c:showDLblsOverMax val="1"/>
  </c:chart>
  <c:spPr>
    <a:solidFill>
      <a:srgbClr val="231C4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256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FC8DB-2DA3-E7D8-D168-067A605CD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06680-38FD-75E8-F11A-898E90E98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F98DA-9A0B-0190-58DB-5FF84ECC22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F11C91-67E6-9291-FE3E-6315D662FB3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041805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17F45-6F9A-378B-D9FE-053E9BF74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E87A1-540F-AB7A-7FB3-E2232A6CA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7DA81-82C6-0E39-09CC-EB9C43DA4E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B713BE-D280-B22C-FFAD-528F7AD4763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801733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99B96-5B66-194B-2667-3B1974821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6271F-89FF-24B7-E316-8BD27EDB8B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AD9DF-4CF9-1034-CCAD-7660B1B537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ED2342-F043-2823-0EA4-D29DE94E55A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7497094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DA811-20BE-3FEE-7552-F83C72AF4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F310A-191A-201E-0439-3D5ABF1E7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B95E8-B873-F1E2-E214-A86EE0254E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BE957F-2958-DE69-294C-6623EBDE751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238570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02B"/>
        </a:solidFill>
        <a:effectLst/>
      </p:bgPr>
    </p:bg>
    <p:spTree>
      <p:nvGrpSpPr>
        <p:cNvPr id="1" name=""/>
        <p:cNvGrpSpPr/>
        <p:nvPr/>
      </p:nvGrpSpPr>
      <p:grpSpPr>
        <a:xfrm>
          <a:off x="0" y="0"/>
          <a:ext cx="0" cy="0"/>
          <a:chOff x="0" y="0"/>
          <a:chExt cx="0" cy="0"/>
        </a:xfrm>
      </p:grpSpPr>
      <p:sp>
        <p:nvSpPr>
          <p:cNvPr id="2" name="Shape 0"/>
          <p:cNvSpPr/>
          <p:nvPr/>
        </p:nvSpPr>
        <p:spPr>
          <a:xfrm>
            <a:off x="548640" y="5554980"/>
            <a:ext cx="150329" cy="228600"/>
          </a:xfrm>
          <a:prstGeom prst="rect">
            <a:avLst/>
          </a:prstGeom>
          <a:solidFill>
            <a:srgbClr val="6E5AE0">
              <a:alpha val="35000"/>
            </a:srgbClr>
          </a:solidFill>
          <a:ln/>
        </p:spPr>
        <p:txBody>
          <a:bodyPr/>
          <a:lstStyle/>
          <a:p>
            <a:endParaRPr lang="en-IN"/>
          </a:p>
        </p:txBody>
      </p:sp>
      <p:sp>
        <p:nvSpPr>
          <p:cNvPr id="3" name="Shape 1"/>
          <p:cNvSpPr/>
          <p:nvPr/>
        </p:nvSpPr>
        <p:spPr>
          <a:xfrm>
            <a:off x="789167" y="5293500"/>
            <a:ext cx="150329" cy="751561"/>
          </a:xfrm>
          <a:prstGeom prst="rect">
            <a:avLst/>
          </a:prstGeom>
          <a:solidFill>
            <a:srgbClr val="6E5AE0">
              <a:alpha val="35000"/>
            </a:srgbClr>
          </a:solidFill>
          <a:ln/>
        </p:spPr>
        <p:txBody>
          <a:bodyPr/>
          <a:lstStyle/>
          <a:p>
            <a:endParaRPr lang="en-IN"/>
          </a:p>
        </p:txBody>
      </p:sp>
      <p:sp>
        <p:nvSpPr>
          <p:cNvPr id="4" name="Shape 2"/>
          <p:cNvSpPr/>
          <p:nvPr/>
        </p:nvSpPr>
        <p:spPr>
          <a:xfrm>
            <a:off x="1029694" y="5338659"/>
            <a:ext cx="150329" cy="661242"/>
          </a:xfrm>
          <a:prstGeom prst="rect">
            <a:avLst/>
          </a:prstGeom>
          <a:solidFill>
            <a:srgbClr val="6E5AE0">
              <a:alpha val="35000"/>
            </a:srgbClr>
          </a:solidFill>
          <a:ln/>
        </p:spPr>
        <p:txBody>
          <a:bodyPr/>
          <a:lstStyle/>
          <a:p>
            <a:endParaRPr lang="en-IN"/>
          </a:p>
        </p:txBody>
      </p:sp>
      <p:sp>
        <p:nvSpPr>
          <p:cNvPr id="5" name="Shape 3"/>
          <p:cNvSpPr/>
          <p:nvPr/>
        </p:nvSpPr>
        <p:spPr>
          <a:xfrm>
            <a:off x="1270221" y="5471161"/>
            <a:ext cx="150329" cy="396239"/>
          </a:xfrm>
          <a:prstGeom prst="rect">
            <a:avLst/>
          </a:prstGeom>
          <a:solidFill>
            <a:srgbClr val="6E5AE0">
              <a:alpha val="35000"/>
            </a:srgbClr>
          </a:solidFill>
          <a:ln/>
        </p:spPr>
        <p:txBody>
          <a:bodyPr/>
          <a:lstStyle/>
          <a:p>
            <a:endParaRPr lang="en-IN"/>
          </a:p>
        </p:txBody>
      </p:sp>
      <p:sp>
        <p:nvSpPr>
          <p:cNvPr id="6" name="Shape 4"/>
          <p:cNvSpPr/>
          <p:nvPr/>
        </p:nvSpPr>
        <p:spPr>
          <a:xfrm>
            <a:off x="1510748" y="5460551"/>
            <a:ext cx="150329" cy="417458"/>
          </a:xfrm>
          <a:prstGeom prst="rect">
            <a:avLst/>
          </a:prstGeom>
          <a:solidFill>
            <a:srgbClr val="6E5AE0">
              <a:alpha val="35000"/>
            </a:srgbClr>
          </a:solidFill>
          <a:ln/>
        </p:spPr>
        <p:txBody>
          <a:bodyPr/>
          <a:lstStyle/>
          <a:p>
            <a:endParaRPr lang="en-IN"/>
          </a:p>
        </p:txBody>
      </p:sp>
      <p:sp>
        <p:nvSpPr>
          <p:cNvPr id="7" name="Shape 5"/>
          <p:cNvSpPr/>
          <p:nvPr/>
        </p:nvSpPr>
        <p:spPr>
          <a:xfrm>
            <a:off x="1751275" y="5523058"/>
            <a:ext cx="150329" cy="292444"/>
          </a:xfrm>
          <a:prstGeom prst="rect">
            <a:avLst/>
          </a:prstGeom>
          <a:solidFill>
            <a:srgbClr val="6E5AE0">
              <a:alpha val="35000"/>
            </a:srgbClr>
          </a:solidFill>
          <a:ln/>
        </p:spPr>
        <p:txBody>
          <a:bodyPr/>
          <a:lstStyle/>
          <a:p>
            <a:endParaRPr lang="en-IN"/>
          </a:p>
        </p:txBody>
      </p:sp>
      <p:sp>
        <p:nvSpPr>
          <p:cNvPr id="8" name="Shape 6"/>
          <p:cNvSpPr/>
          <p:nvPr/>
        </p:nvSpPr>
        <p:spPr>
          <a:xfrm>
            <a:off x="1991802" y="5329099"/>
            <a:ext cx="150329" cy="680362"/>
          </a:xfrm>
          <a:prstGeom prst="rect">
            <a:avLst/>
          </a:prstGeom>
          <a:solidFill>
            <a:srgbClr val="6E5AE0">
              <a:alpha val="35000"/>
            </a:srgbClr>
          </a:solidFill>
          <a:ln/>
        </p:spPr>
        <p:txBody>
          <a:bodyPr/>
          <a:lstStyle/>
          <a:p>
            <a:endParaRPr lang="en-IN"/>
          </a:p>
        </p:txBody>
      </p:sp>
      <p:sp>
        <p:nvSpPr>
          <p:cNvPr id="9" name="Shape 7"/>
          <p:cNvSpPr/>
          <p:nvPr/>
        </p:nvSpPr>
        <p:spPr>
          <a:xfrm>
            <a:off x="2232329" y="5220368"/>
            <a:ext cx="150329" cy="897823"/>
          </a:xfrm>
          <a:prstGeom prst="rect">
            <a:avLst/>
          </a:prstGeom>
          <a:solidFill>
            <a:srgbClr val="6E5AE0">
              <a:alpha val="35000"/>
            </a:srgbClr>
          </a:solidFill>
          <a:ln/>
        </p:spPr>
        <p:txBody>
          <a:bodyPr/>
          <a:lstStyle/>
          <a:p>
            <a:endParaRPr lang="en-IN"/>
          </a:p>
        </p:txBody>
      </p:sp>
      <p:sp>
        <p:nvSpPr>
          <p:cNvPr id="10" name="Shape 8"/>
          <p:cNvSpPr/>
          <p:nvPr/>
        </p:nvSpPr>
        <p:spPr>
          <a:xfrm>
            <a:off x="2472856" y="5445935"/>
            <a:ext cx="150329" cy="446689"/>
          </a:xfrm>
          <a:prstGeom prst="rect">
            <a:avLst/>
          </a:prstGeom>
          <a:solidFill>
            <a:srgbClr val="6E5AE0">
              <a:alpha val="35000"/>
            </a:srgbClr>
          </a:solidFill>
          <a:ln/>
        </p:spPr>
        <p:txBody>
          <a:bodyPr/>
          <a:lstStyle/>
          <a:p>
            <a:endParaRPr lang="en-IN"/>
          </a:p>
        </p:txBody>
      </p:sp>
      <p:sp>
        <p:nvSpPr>
          <p:cNvPr id="11" name="Shape 9"/>
          <p:cNvSpPr/>
          <p:nvPr/>
        </p:nvSpPr>
        <p:spPr>
          <a:xfrm>
            <a:off x="2713383" y="5443878"/>
            <a:ext cx="150329" cy="450805"/>
          </a:xfrm>
          <a:prstGeom prst="rect">
            <a:avLst/>
          </a:prstGeom>
          <a:solidFill>
            <a:srgbClr val="6E5AE0">
              <a:alpha val="35000"/>
            </a:srgbClr>
          </a:solidFill>
          <a:ln/>
        </p:spPr>
        <p:txBody>
          <a:bodyPr/>
          <a:lstStyle/>
          <a:p>
            <a:endParaRPr lang="en-IN"/>
          </a:p>
        </p:txBody>
      </p:sp>
      <p:sp>
        <p:nvSpPr>
          <p:cNvPr id="12" name="Shape 10"/>
          <p:cNvSpPr/>
          <p:nvPr/>
        </p:nvSpPr>
        <p:spPr>
          <a:xfrm>
            <a:off x="2953910" y="5448464"/>
            <a:ext cx="150329" cy="441633"/>
          </a:xfrm>
          <a:prstGeom prst="rect">
            <a:avLst/>
          </a:prstGeom>
          <a:solidFill>
            <a:srgbClr val="6E5AE0">
              <a:alpha val="35000"/>
            </a:srgbClr>
          </a:solidFill>
          <a:ln/>
        </p:spPr>
        <p:txBody>
          <a:bodyPr/>
          <a:lstStyle/>
          <a:p>
            <a:endParaRPr lang="en-IN"/>
          </a:p>
        </p:txBody>
      </p:sp>
      <p:sp>
        <p:nvSpPr>
          <p:cNvPr id="13" name="Shape 11"/>
          <p:cNvSpPr/>
          <p:nvPr/>
        </p:nvSpPr>
        <p:spPr>
          <a:xfrm>
            <a:off x="3194437" y="5432920"/>
            <a:ext cx="150329" cy="472719"/>
          </a:xfrm>
          <a:prstGeom prst="rect">
            <a:avLst/>
          </a:prstGeom>
          <a:solidFill>
            <a:srgbClr val="6E5AE0">
              <a:alpha val="35000"/>
            </a:srgbClr>
          </a:solidFill>
          <a:ln/>
        </p:spPr>
        <p:txBody>
          <a:bodyPr/>
          <a:lstStyle/>
          <a:p>
            <a:endParaRPr lang="en-IN"/>
          </a:p>
        </p:txBody>
      </p:sp>
      <p:sp>
        <p:nvSpPr>
          <p:cNvPr id="14" name="Shape 12"/>
          <p:cNvSpPr/>
          <p:nvPr/>
        </p:nvSpPr>
        <p:spPr>
          <a:xfrm>
            <a:off x="3434963" y="5307809"/>
            <a:ext cx="150329" cy="722943"/>
          </a:xfrm>
          <a:prstGeom prst="rect">
            <a:avLst/>
          </a:prstGeom>
          <a:solidFill>
            <a:srgbClr val="6E5AE0">
              <a:alpha val="35000"/>
            </a:srgbClr>
          </a:solidFill>
          <a:ln/>
        </p:spPr>
        <p:txBody>
          <a:bodyPr/>
          <a:lstStyle/>
          <a:p>
            <a:endParaRPr lang="en-IN"/>
          </a:p>
        </p:txBody>
      </p:sp>
      <p:sp>
        <p:nvSpPr>
          <p:cNvPr id="15" name="Shape 13"/>
          <p:cNvSpPr/>
          <p:nvPr/>
        </p:nvSpPr>
        <p:spPr>
          <a:xfrm>
            <a:off x="3675490" y="5382260"/>
            <a:ext cx="150329" cy="574040"/>
          </a:xfrm>
          <a:prstGeom prst="rect">
            <a:avLst/>
          </a:prstGeom>
          <a:solidFill>
            <a:srgbClr val="6E5AE0">
              <a:alpha val="35000"/>
            </a:srgbClr>
          </a:solidFill>
          <a:ln/>
        </p:spPr>
        <p:txBody>
          <a:bodyPr/>
          <a:lstStyle/>
          <a:p>
            <a:endParaRPr lang="en-IN"/>
          </a:p>
        </p:txBody>
      </p:sp>
      <p:sp>
        <p:nvSpPr>
          <p:cNvPr id="16" name="Shape 14"/>
          <p:cNvSpPr/>
          <p:nvPr/>
        </p:nvSpPr>
        <p:spPr>
          <a:xfrm>
            <a:off x="3916017" y="5411572"/>
            <a:ext cx="150329" cy="515417"/>
          </a:xfrm>
          <a:prstGeom prst="rect">
            <a:avLst/>
          </a:prstGeom>
          <a:solidFill>
            <a:srgbClr val="6E5AE0">
              <a:alpha val="35000"/>
            </a:srgbClr>
          </a:solidFill>
          <a:ln/>
        </p:spPr>
        <p:txBody>
          <a:bodyPr/>
          <a:lstStyle/>
          <a:p>
            <a:endParaRPr lang="en-IN"/>
          </a:p>
        </p:txBody>
      </p:sp>
      <p:sp>
        <p:nvSpPr>
          <p:cNvPr id="17" name="Shape 15"/>
          <p:cNvSpPr/>
          <p:nvPr/>
        </p:nvSpPr>
        <p:spPr>
          <a:xfrm>
            <a:off x="4156544" y="5258782"/>
            <a:ext cx="150329" cy="820997"/>
          </a:xfrm>
          <a:prstGeom prst="rect">
            <a:avLst/>
          </a:prstGeom>
          <a:solidFill>
            <a:srgbClr val="6E5AE0">
              <a:alpha val="35000"/>
            </a:srgbClr>
          </a:solidFill>
          <a:ln/>
        </p:spPr>
        <p:txBody>
          <a:bodyPr/>
          <a:lstStyle/>
          <a:p>
            <a:endParaRPr lang="en-IN"/>
          </a:p>
        </p:txBody>
      </p:sp>
      <p:sp>
        <p:nvSpPr>
          <p:cNvPr id="18" name="Shape 16"/>
          <p:cNvSpPr/>
          <p:nvPr/>
        </p:nvSpPr>
        <p:spPr>
          <a:xfrm>
            <a:off x="4397071" y="5398226"/>
            <a:ext cx="150329" cy="542108"/>
          </a:xfrm>
          <a:prstGeom prst="rect">
            <a:avLst/>
          </a:prstGeom>
          <a:solidFill>
            <a:srgbClr val="6E5AE0">
              <a:alpha val="35000"/>
            </a:srgbClr>
          </a:solidFill>
          <a:ln/>
        </p:spPr>
        <p:txBody>
          <a:bodyPr/>
          <a:lstStyle/>
          <a:p>
            <a:endParaRPr lang="en-IN"/>
          </a:p>
        </p:txBody>
      </p:sp>
      <p:sp>
        <p:nvSpPr>
          <p:cNvPr id="19" name="Shape 17"/>
          <p:cNvSpPr/>
          <p:nvPr/>
        </p:nvSpPr>
        <p:spPr>
          <a:xfrm>
            <a:off x="4637598" y="5503515"/>
            <a:ext cx="150329" cy="331530"/>
          </a:xfrm>
          <a:prstGeom prst="rect">
            <a:avLst/>
          </a:prstGeom>
          <a:solidFill>
            <a:srgbClr val="6E5AE0">
              <a:alpha val="35000"/>
            </a:srgbClr>
          </a:solidFill>
          <a:ln/>
        </p:spPr>
        <p:txBody>
          <a:bodyPr/>
          <a:lstStyle/>
          <a:p>
            <a:endParaRPr lang="en-IN"/>
          </a:p>
        </p:txBody>
      </p:sp>
      <p:sp>
        <p:nvSpPr>
          <p:cNvPr id="20" name="Shape 18"/>
          <p:cNvSpPr/>
          <p:nvPr/>
        </p:nvSpPr>
        <p:spPr>
          <a:xfrm>
            <a:off x="4878125" y="5488538"/>
            <a:ext cx="150329" cy="361484"/>
          </a:xfrm>
          <a:prstGeom prst="rect">
            <a:avLst/>
          </a:prstGeom>
          <a:solidFill>
            <a:srgbClr val="6E5AE0">
              <a:alpha val="35000"/>
            </a:srgbClr>
          </a:solidFill>
          <a:ln/>
        </p:spPr>
        <p:txBody>
          <a:bodyPr/>
          <a:lstStyle/>
          <a:p>
            <a:endParaRPr lang="en-IN"/>
          </a:p>
        </p:txBody>
      </p:sp>
      <p:sp>
        <p:nvSpPr>
          <p:cNvPr id="21" name="Shape 19"/>
          <p:cNvSpPr/>
          <p:nvPr/>
        </p:nvSpPr>
        <p:spPr>
          <a:xfrm>
            <a:off x="5118652" y="5485947"/>
            <a:ext cx="150329" cy="366666"/>
          </a:xfrm>
          <a:prstGeom prst="rect">
            <a:avLst/>
          </a:prstGeom>
          <a:solidFill>
            <a:srgbClr val="6E5AE0">
              <a:alpha val="35000"/>
            </a:srgbClr>
          </a:solidFill>
          <a:ln/>
        </p:spPr>
        <p:txBody>
          <a:bodyPr/>
          <a:lstStyle/>
          <a:p>
            <a:endParaRPr lang="en-IN"/>
          </a:p>
        </p:txBody>
      </p:sp>
      <p:sp>
        <p:nvSpPr>
          <p:cNvPr id="22" name="Shape 20"/>
          <p:cNvSpPr/>
          <p:nvPr/>
        </p:nvSpPr>
        <p:spPr>
          <a:xfrm>
            <a:off x="5359179" y="5247812"/>
            <a:ext cx="150329" cy="842936"/>
          </a:xfrm>
          <a:prstGeom prst="rect">
            <a:avLst/>
          </a:prstGeom>
          <a:solidFill>
            <a:srgbClr val="6E5AE0">
              <a:alpha val="35000"/>
            </a:srgbClr>
          </a:solidFill>
          <a:ln/>
        </p:spPr>
        <p:txBody>
          <a:bodyPr/>
          <a:lstStyle/>
          <a:p>
            <a:endParaRPr lang="en-IN"/>
          </a:p>
        </p:txBody>
      </p:sp>
      <p:sp>
        <p:nvSpPr>
          <p:cNvPr id="23" name="Shape 21"/>
          <p:cNvSpPr/>
          <p:nvPr/>
        </p:nvSpPr>
        <p:spPr>
          <a:xfrm>
            <a:off x="5599706" y="5283939"/>
            <a:ext cx="150329" cy="770683"/>
          </a:xfrm>
          <a:prstGeom prst="rect">
            <a:avLst/>
          </a:prstGeom>
          <a:solidFill>
            <a:srgbClr val="6E5AE0">
              <a:alpha val="35000"/>
            </a:srgbClr>
          </a:solidFill>
          <a:ln/>
        </p:spPr>
        <p:txBody>
          <a:bodyPr/>
          <a:lstStyle/>
          <a:p>
            <a:endParaRPr lang="en-IN"/>
          </a:p>
        </p:txBody>
      </p:sp>
      <p:sp>
        <p:nvSpPr>
          <p:cNvPr id="24" name="Shape 22"/>
          <p:cNvSpPr/>
          <p:nvPr/>
        </p:nvSpPr>
        <p:spPr>
          <a:xfrm>
            <a:off x="5840233" y="5537467"/>
            <a:ext cx="150329" cy="263627"/>
          </a:xfrm>
          <a:prstGeom prst="rect">
            <a:avLst/>
          </a:prstGeom>
          <a:solidFill>
            <a:srgbClr val="6E5AE0">
              <a:alpha val="35000"/>
            </a:srgbClr>
          </a:solidFill>
          <a:ln/>
        </p:spPr>
        <p:txBody>
          <a:bodyPr/>
          <a:lstStyle/>
          <a:p>
            <a:endParaRPr lang="en-IN"/>
          </a:p>
        </p:txBody>
      </p:sp>
      <p:sp>
        <p:nvSpPr>
          <p:cNvPr id="25" name="Shape 23"/>
          <p:cNvSpPr/>
          <p:nvPr/>
        </p:nvSpPr>
        <p:spPr>
          <a:xfrm>
            <a:off x="6080760" y="5396739"/>
            <a:ext cx="150329" cy="545081"/>
          </a:xfrm>
          <a:prstGeom prst="rect">
            <a:avLst/>
          </a:prstGeom>
          <a:solidFill>
            <a:srgbClr val="6E5AE0">
              <a:alpha val="35000"/>
            </a:srgbClr>
          </a:solidFill>
          <a:ln/>
        </p:spPr>
        <p:txBody>
          <a:bodyPr/>
          <a:lstStyle/>
          <a:p>
            <a:endParaRPr lang="en-IN"/>
          </a:p>
        </p:txBody>
      </p:sp>
      <p:sp>
        <p:nvSpPr>
          <p:cNvPr id="26" name="Shape 24"/>
          <p:cNvSpPr/>
          <p:nvPr/>
        </p:nvSpPr>
        <p:spPr>
          <a:xfrm>
            <a:off x="6321287" y="5444446"/>
            <a:ext cx="150329" cy="449668"/>
          </a:xfrm>
          <a:prstGeom prst="rect">
            <a:avLst/>
          </a:prstGeom>
          <a:solidFill>
            <a:srgbClr val="6E5AE0">
              <a:alpha val="35000"/>
            </a:srgbClr>
          </a:solidFill>
          <a:ln/>
        </p:spPr>
        <p:txBody>
          <a:bodyPr/>
          <a:lstStyle/>
          <a:p>
            <a:endParaRPr lang="en-IN"/>
          </a:p>
        </p:txBody>
      </p:sp>
      <p:sp>
        <p:nvSpPr>
          <p:cNvPr id="27" name="Shape 25"/>
          <p:cNvSpPr/>
          <p:nvPr/>
        </p:nvSpPr>
        <p:spPr>
          <a:xfrm>
            <a:off x="6561814" y="5395611"/>
            <a:ext cx="150329" cy="547338"/>
          </a:xfrm>
          <a:prstGeom prst="rect">
            <a:avLst/>
          </a:prstGeom>
          <a:solidFill>
            <a:srgbClr val="6E5AE0">
              <a:alpha val="35000"/>
            </a:srgbClr>
          </a:solidFill>
          <a:ln/>
        </p:spPr>
        <p:txBody>
          <a:bodyPr/>
          <a:lstStyle/>
          <a:p>
            <a:endParaRPr lang="en-IN"/>
          </a:p>
        </p:txBody>
      </p:sp>
      <p:sp>
        <p:nvSpPr>
          <p:cNvPr id="28" name="Shape 26"/>
          <p:cNvSpPr/>
          <p:nvPr/>
        </p:nvSpPr>
        <p:spPr>
          <a:xfrm>
            <a:off x="6802341" y="5319361"/>
            <a:ext cx="150329" cy="699837"/>
          </a:xfrm>
          <a:prstGeom prst="rect">
            <a:avLst/>
          </a:prstGeom>
          <a:solidFill>
            <a:srgbClr val="6E5AE0">
              <a:alpha val="35000"/>
            </a:srgbClr>
          </a:solidFill>
          <a:ln/>
        </p:spPr>
        <p:txBody>
          <a:bodyPr/>
          <a:lstStyle/>
          <a:p>
            <a:endParaRPr lang="en-IN"/>
          </a:p>
        </p:txBody>
      </p:sp>
      <p:sp>
        <p:nvSpPr>
          <p:cNvPr id="29" name="Shape 27"/>
          <p:cNvSpPr/>
          <p:nvPr/>
        </p:nvSpPr>
        <p:spPr>
          <a:xfrm>
            <a:off x="7042868" y="5510479"/>
            <a:ext cx="150329" cy="317602"/>
          </a:xfrm>
          <a:prstGeom prst="rect">
            <a:avLst/>
          </a:prstGeom>
          <a:solidFill>
            <a:srgbClr val="6E5AE0">
              <a:alpha val="35000"/>
            </a:srgbClr>
          </a:solidFill>
          <a:ln/>
        </p:spPr>
        <p:txBody>
          <a:bodyPr/>
          <a:lstStyle/>
          <a:p>
            <a:endParaRPr lang="en-IN"/>
          </a:p>
        </p:txBody>
      </p:sp>
      <p:sp>
        <p:nvSpPr>
          <p:cNvPr id="30" name="Shape 28"/>
          <p:cNvSpPr/>
          <p:nvPr/>
        </p:nvSpPr>
        <p:spPr>
          <a:xfrm>
            <a:off x="7283395" y="5297337"/>
            <a:ext cx="150329" cy="743885"/>
          </a:xfrm>
          <a:prstGeom prst="rect">
            <a:avLst/>
          </a:prstGeom>
          <a:solidFill>
            <a:srgbClr val="6E5AE0">
              <a:alpha val="35000"/>
            </a:srgbClr>
          </a:solidFill>
          <a:ln/>
        </p:spPr>
        <p:txBody>
          <a:bodyPr/>
          <a:lstStyle/>
          <a:p>
            <a:endParaRPr lang="en-IN"/>
          </a:p>
        </p:txBody>
      </p:sp>
      <p:sp>
        <p:nvSpPr>
          <p:cNvPr id="31" name="Shape 29"/>
          <p:cNvSpPr/>
          <p:nvPr/>
        </p:nvSpPr>
        <p:spPr>
          <a:xfrm>
            <a:off x="7523922" y="5279981"/>
            <a:ext cx="150329" cy="778597"/>
          </a:xfrm>
          <a:prstGeom prst="rect">
            <a:avLst/>
          </a:prstGeom>
          <a:solidFill>
            <a:srgbClr val="6E5AE0">
              <a:alpha val="35000"/>
            </a:srgbClr>
          </a:solidFill>
          <a:ln/>
        </p:spPr>
        <p:txBody>
          <a:bodyPr/>
          <a:lstStyle/>
          <a:p>
            <a:endParaRPr lang="en-IN"/>
          </a:p>
        </p:txBody>
      </p:sp>
      <p:sp>
        <p:nvSpPr>
          <p:cNvPr id="32" name="Shape 30"/>
          <p:cNvSpPr/>
          <p:nvPr/>
        </p:nvSpPr>
        <p:spPr>
          <a:xfrm>
            <a:off x="7764449" y="5469233"/>
            <a:ext cx="150329" cy="400094"/>
          </a:xfrm>
          <a:prstGeom prst="rect">
            <a:avLst/>
          </a:prstGeom>
          <a:solidFill>
            <a:srgbClr val="6E5AE0">
              <a:alpha val="35000"/>
            </a:srgbClr>
          </a:solidFill>
          <a:ln/>
        </p:spPr>
        <p:txBody>
          <a:bodyPr/>
          <a:lstStyle/>
          <a:p>
            <a:endParaRPr lang="en-IN"/>
          </a:p>
        </p:txBody>
      </p:sp>
      <p:sp>
        <p:nvSpPr>
          <p:cNvPr id="33" name="Shape 31"/>
          <p:cNvSpPr/>
          <p:nvPr/>
        </p:nvSpPr>
        <p:spPr>
          <a:xfrm>
            <a:off x="8004976" y="5529141"/>
            <a:ext cx="150329" cy="280278"/>
          </a:xfrm>
          <a:prstGeom prst="rect">
            <a:avLst/>
          </a:prstGeom>
          <a:solidFill>
            <a:srgbClr val="6E5AE0">
              <a:alpha val="35000"/>
            </a:srgbClr>
          </a:solidFill>
          <a:ln/>
        </p:spPr>
        <p:txBody>
          <a:bodyPr/>
          <a:lstStyle/>
          <a:p>
            <a:endParaRPr lang="en-IN"/>
          </a:p>
        </p:txBody>
      </p:sp>
      <p:sp>
        <p:nvSpPr>
          <p:cNvPr id="34" name="Shape 32"/>
          <p:cNvSpPr/>
          <p:nvPr/>
        </p:nvSpPr>
        <p:spPr>
          <a:xfrm>
            <a:off x="8245503" y="5537231"/>
            <a:ext cx="150329" cy="264099"/>
          </a:xfrm>
          <a:prstGeom prst="rect">
            <a:avLst/>
          </a:prstGeom>
          <a:solidFill>
            <a:srgbClr val="6E5AE0">
              <a:alpha val="35000"/>
            </a:srgbClr>
          </a:solidFill>
          <a:ln/>
        </p:spPr>
        <p:txBody>
          <a:bodyPr/>
          <a:lstStyle/>
          <a:p>
            <a:endParaRPr lang="en-IN"/>
          </a:p>
        </p:txBody>
      </p:sp>
      <p:sp>
        <p:nvSpPr>
          <p:cNvPr id="35" name="Shape 33"/>
          <p:cNvSpPr/>
          <p:nvPr/>
        </p:nvSpPr>
        <p:spPr>
          <a:xfrm>
            <a:off x="8486030" y="5381606"/>
            <a:ext cx="150329" cy="575348"/>
          </a:xfrm>
          <a:prstGeom prst="rect">
            <a:avLst/>
          </a:prstGeom>
          <a:solidFill>
            <a:srgbClr val="6E5AE0">
              <a:alpha val="35000"/>
            </a:srgbClr>
          </a:solidFill>
          <a:ln/>
        </p:spPr>
        <p:txBody>
          <a:bodyPr/>
          <a:lstStyle/>
          <a:p>
            <a:endParaRPr lang="en-IN"/>
          </a:p>
        </p:txBody>
      </p:sp>
      <p:sp>
        <p:nvSpPr>
          <p:cNvPr id="36" name="Shape 34"/>
          <p:cNvSpPr/>
          <p:nvPr/>
        </p:nvSpPr>
        <p:spPr>
          <a:xfrm>
            <a:off x="8726557" y="5221745"/>
            <a:ext cx="150329" cy="895069"/>
          </a:xfrm>
          <a:prstGeom prst="rect">
            <a:avLst/>
          </a:prstGeom>
          <a:solidFill>
            <a:srgbClr val="6E5AE0">
              <a:alpha val="35000"/>
            </a:srgbClr>
          </a:solidFill>
          <a:ln/>
        </p:spPr>
        <p:txBody>
          <a:bodyPr/>
          <a:lstStyle/>
          <a:p>
            <a:endParaRPr lang="en-IN"/>
          </a:p>
        </p:txBody>
      </p:sp>
      <p:sp>
        <p:nvSpPr>
          <p:cNvPr id="37" name="Shape 35"/>
          <p:cNvSpPr/>
          <p:nvPr/>
        </p:nvSpPr>
        <p:spPr>
          <a:xfrm>
            <a:off x="8967083" y="5397237"/>
            <a:ext cx="150329" cy="544086"/>
          </a:xfrm>
          <a:prstGeom prst="rect">
            <a:avLst/>
          </a:prstGeom>
          <a:solidFill>
            <a:srgbClr val="6E5AE0">
              <a:alpha val="35000"/>
            </a:srgbClr>
          </a:solidFill>
          <a:ln/>
        </p:spPr>
        <p:txBody>
          <a:bodyPr/>
          <a:lstStyle/>
          <a:p>
            <a:endParaRPr lang="en-IN"/>
          </a:p>
        </p:txBody>
      </p:sp>
      <p:sp>
        <p:nvSpPr>
          <p:cNvPr id="38" name="Shape 36"/>
          <p:cNvSpPr/>
          <p:nvPr/>
        </p:nvSpPr>
        <p:spPr>
          <a:xfrm>
            <a:off x="9207610" y="5426766"/>
            <a:ext cx="150329" cy="485027"/>
          </a:xfrm>
          <a:prstGeom prst="rect">
            <a:avLst/>
          </a:prstGeom>
          <a:solidFill>
            <a:srgbClr val="6E5AE0">
              <a:alpha val="35000"/>
            </a:srgbClr>
          </a:solidFill>
          <a:ln/>
        </p:spPr>
        <p:txBody>
          <a:bodyPr/>
          <a:lstStyle/>
          <a:p>
            <a:endParaRPr lang="en-IN"/>
          </a:p>
        </p:txBody>
      </p:sp>
      <p:sp>
        <p:nvSpPr>
          <p:cNvPr id="39" name="Shape 37"/>
          <p:cNvSpPr/>
          <p:nvPr/>
        </p:nvSpPr>
        <p:spPr>
          <a:xfrm>
            <a:off x="9448137" y="5382581"/>
            <a:ext cx="150329" cy="573397"/>
          </a:xfrm>
          <a:prstGeom prst="rect">
            <a:avLst/>
          </a:prstGeom>
          <a:solidFill>
            <a:srgbClr val="6E5AE0">
              <a:alpha val="35000"/>
            </a:srgbClr>
          </a:solidFill>
          <a:ln/>
        </p:spPr>
        <p:txBody>
          <a:bodyPr/>
          <a:lstStyle/>
          <a:p>
            <a:endParaRPr lang="en-IN"/>
          </a:p>
        </p:txBody>
      </p:sp>
      <p:sp>
        <p:nvSpPr>
          <p:cNvPr id="40" name="Shape 38"/>
          <p:cNvSpPr/>
          <p:nvPr/>
        </p:nvSpPr>
        <p:spPr>
          <a:xfrm>
            <a:off x="9688664" y="5441529"/>
            <a:ext cx="150329" cy="455502"/>
          </a:xfrm>
          <a:prstGeom prst="rect">
            <a:avLst/>
          </a:prstGeom>
          <a:solidFill>
            <a:srgbClr val="6E5AE0">
              <a:alpha val="35000"/>
            </a:srgbClr>
          </a:solidFill>
          <a:ln/>
        </p:spPr>
        <p:txBody>
          <a:bodyPr/>
          <a:lstStyle/>
          <a:p>
            <a:endParaRPr lang="en-IN"/>
          </a:p>
        </p:txBody>
      </p:sp>
      <p:sp>
        <p:nvSpPr>
          <p:cNvPr id="41" name="Shape 39"/>
          <p:cNvSpPr/>
          <p:nvPr/>
        </p:nvSpPr>
        <p:spPr>
          <a:xfrm>
            <a:off x="9929191" y="5370635"/>
            <a:ext cx="150329" cy="597289"/>
          </a:xfrm>
          <a:prstGeom prst="rect">
            <a:avLst/>
          </a:prstGeom>
          <a:solidFill>
            <a:srgbClr val="6E5AE0">
              <a:alpha val="35000"/>
            </a:srgbClr>
          </a:solidFill>
          <a:ln/>
        </p:spPr>
        <p:txBody>
          <a:bodyPr/>
          <a:lstStyle/>
          <a:p>
            <a:endParaRPr lang="en-IN"/>
          </a:p>
        </p:txBody>
      </p:sp>
      <p:sp>
        <p:nvSpPr>
          <p:cNvPr id="42" name="Shape 40"/>
          <p:cNvSpPr/>
          <p:nvPr/>
        </p:nvSpPr>
        <p:spPr>
          <a:xfrm>
            <a:off x="10169718" y="5378751"/>
            <a:ext cx="150329" cy="581057"/>
          </a:xfrm>
          <a:prstGeom prst="rect">
            <a:avLst/>
          </a:prstGeom>
          <a:solidFill>
            <a:srgbClr val="6E5AE0">
              <a:alpha val="35000"/>
            </a:srgbClr>
          </a:solidFill>
          <a:ln/>
        </p:spPr>
        <p:txBody>
          <a:bodyPr/>
          <a:lstStyle/>
          <a:p>
            <a:endParaRPr lang="en-IN"/>
          </a:p>
        </p:txBody>
      </p:sp>
      <p:sp>
        <p:nvSpPr>
          <p:cNvPr id="43" name="Shape 41"/>
          <p:cNvSpPr/>
          <p:nvPr/>
        </p:nvSpPr>
        <p:spPr>
          <a:xfrm>
            <a:off x="10410245" y="5456408"/>
            <a:ext cx="150329" cy="425745"/>
          </a:xfrm>
          <a:prstGeom prst="rect">
            <a:avLst/>
          </a:prstGeom>
          <a:solidFill>
            <a:srgbClr val="6E5AE0">
              <a:alpha val="35000"/>
            </a:srgbClr>
          </a:solidFill>
          <a:ln/>
        </p:spPr>
        <p:txBody>
          <a:bodyPr/>
          <a:lstStyle/>
          <a:p>
            <a:endParaRPr lang="en-IN"/>
          </a:p>
        </p:txBody>
      </p:sp>
      <p:sp>
        <p:nvSpPr>
          <p:cNvPr id="44" name="Shape 42"/>
          <p:cNvSpPr/>
          <p:nvPr/>
        </p:nvSpPr>
        <p:spPr>
          <a:xfrm>
            <a:off x="10650772" y="5234684"/>
            <a:ext cx="150329" cy="869192"/>
          </a:xfrm>
          <a:prstGeom prst="rect">
            <a:avLst/>
          </a:prstGeom>
          <a:solidFill>
            <a:srgbClr val="6E5AE0">
              <a:alpha val="35000"/>
            </a:srgbClr>
          </a:solidFill>
          <a:ln/>
        </p:spPr>
        <p:txBody>
          <a:bodyPr/>
          <a:lstStyle/>
          <a:p>
            <a:endParaRPr lang="en-IN"/>
          </a:p>
        </p:txBody>
      </p:sp>
      <p:sp>
        <p:nvSpPr>
          <p:cNvPr id="45" name="Shape 43"/>
          <p:cNvSpPr/>
          <p:nvPr/>
        </p:nvSpPr>
        <p:spPr>
          <a:xfrm>
            <a:off x="10891299" y="5346876"/>
            <a:ext cx="150329" cy="644808"/>
          </a:xfrm>
          <a:prstGeom prst="rect">
            <a:avLst/>
          </a:prstGeom>
          <a:solidFill>
            <a:srgbClr val="6E5AE0">
              <a:alpha val="35000"/>
            </a:srgbClr>
          </a:solidFill>
          <a:ln/>
        </p:spPr>
        <p:txBody>
          <a:bodyPr/>
          <a:lstStyle/>
          <a:p>
            <a:endParaRPr lang="en-IN"/>
          </a:p>
        </p:txBody>
      </p:sp>
      <p:sp>
        <p:nvSpPr>
          <p:cNvPr id="46" name="Shape 44"/>
          <p:cNvSpPr/>
          <p:nvPr/>
        </p:nvSpPr>
        <p:spPr>
          <a:xfrm>
            <a:off x="11131826" y="5535859"/>
            <a:ext cx="150329" cy="266843"/>
          </a:xfrm>
          <a:prstGeom prst="rect">
            <a:avLst/>
          </a:prstGeom>
          <a:solidFill>
            <a:srgbClr val="6E5AE0">
              <a:alpha val="35000"/>
            </a:srgbClr>
          </a:solidFill>
          <a:ln/>
        </p:spPr>
        <p:txBody>
          <a:bodyPr/>
          <a:lstStyle/>
          <a:p>
            <a:endParaRPr lang="en-IN"/>
          </a:p>
        </p:txBody>
      </p:sp>
      <p:sp>
        <p:nvSpPr>
          <p:cNvPr id="47" name="Shape 45"/>
          <p:cNvSpPr/>
          <p:nvPr/>
        </p:nvSpPr>
        <p:spPr>
          <a:xfrm>
            <a:off x="11372353" y="5552212"/>
            <a:ext cx="150329" cy="234136"/>
          </a:xfrm>
          <a:prstGeom prst="rect">
            <a:avLst/>
          </a:prstGeom>
          <a:solidFill>
            <a:srgbClr val="6E5AE0">
              <a:alpha val="35000"/>
            </a:srgbClr>
          </a:solidFill>
          <a:ln/>
        </p:spPr>
        <p:txBody>
          <a:bodyPr/>
          <a:lstStyle/>
          <a:p>
            <a:endParaRPr lang="en-IN"/>
          </a:p>
        </p:txBody>
      </p:sp>
      <p:sp>
        <p:nvSpPr>
          <p:cNvPr id="48" name="Shape 46"/>
          <p:cNvSpPr/>
          <p:nvPr/>
        </p:nvSpPr>
        <p:spPr>
          <a:xfrm>
            <a:off x="548640" y="5523058"/>
            <a:ext cx="150329" cy="292444"/>
          </a:xfrm>
          <a:prstGeom prst="rect">
            <a:avLst/>
          </a:prstGeom>
          <a:solidFill>
            <a:srgbClr val="3FE0D0">
              <a:alpha val="25000"/>
            </a:srgbClr>
          </a:solidFill>
          <a:ln/>
        </p:spPr>
        <p:txBody>
          <a:bodyPr/>
          <a:lstStyle/>
          <a:p>
            <a:endParaRPr lang="en-IN"/>
          </a:p>
        </p:txBody>
      </p:sp>
      <p:sp>
        <p:nvSpPr>
          <p:cNvPr id="49" name="Shape 47"/>
          <p:cNvSpPr/>
          <p:nvPr/>
        </p:nvSpPr>
        <p:spPr>
          <a:xfrm>
            <a:off x="789167" y="5329099"/>
            <a:ext cx="150329" cy="680362"/>
          </a:xfrm>
          <a:prstGeom prst="rect">
            <a:avLst/>
          </a:prstGeom>
          <a:solidFill>
            <a:srgbClr val="3FE0D0">
              <a:alpha val="25000"/>
            </a:srgbClr>
          </a:solidFill>
          <a:ln/>
        </p:spPr>
        <p:txBody>
          <a:bodyPr/>
          <a:lstStyle/>
          <a:p>
            <a:endParaRPr lang="en-IN"/>
          </a:p>
        </p:txBody>
      </p:sp>
      <p:sp>
        <p:nvSpPr>
          <p:cNvPr id="50" name="Shape 48"/>
          <p:cNvSpPr/>
          <p:nvPr/>
        </p:nvSpPr>
        <p:spPr>
          <a:xfrm>
            <a:off x="1029694" y="5220368"/>
            <a:ext cx="150329" cy="897823"/>
          </a:xfrm>
          <a:prstGeom prst="rect">
            <a:avLst/>
          </a:prstGeom>
          <a:solidFill>
            <a:srgbClr val="3FE0D0">
              <a:alpha val="25000"/>
            </a:srgbClr>
          </a:solidFill>
          <a:ln/>
        </p:spPr>
        <p:txBody>
          <a:bodyPr/>
          <a:lstStyle/>
          <a:p>
            <a:endParaRPr lang="en-IN"/>
          </a:p>
        </p:txBody>
      </p:sp>
      <p:sp>
        <p:nvSpPr>
          <p:cNvPr id="51" name="Shape 49"/>
          <p:cNvSpPr/>
          <p:nvPr/>
        </p:nvSpPr>
        <p:spPr>
          <a:xfrm>
            <a:off x="1270221" y="5445935"/>
            <a:ext cx="150329" cy="446689"/>
          </a:xfrm>
          <a:prstGeom prst="rect">
            <a:avLst/>
          </a:prstGeom>
          <a:solidFill>
            <a:srgbClr val="3FE0D0">
              <a:alpha val="25000"/>
            </a:srgbClr>
          </a:solidFill>
          <a:ln/>
        </p:spPr>
        <p:txBody>
          <a:bodyPr/>
          <a:lstStyle/>
          <a:p>
            <a:endParaRPr lang="en-IN"/>
          </a:p>
        </p:txBody>
      </p:sp>
      <p:sp>
        <p:nvSpPr>
          <p:cNvPr id="52" name="Shape 50"/>
          <p:cNvSpPr/>
          <p:nvPr/>
        </p:nvSpPr>
        <p:spPr>
          <a:xfrm>
            <a:off x="1510748" y="5443878"/>
            <a:ext cx="150329" cy="450805"/>
          </a:xfrm>
          <a:prstGeom prst="rect">
            <a:avLst/>
          </a:prstGeom>
          <a:solidFill>
            <a:srgbClr val="3FE0D0">
              <a:alpha val="25000"/>
            </a:srgbClr>
          </a:solidFill>
          <a:ln/>
        </p:spPr>
        <p:txBody>
          <a:bodyPr/>
          <a:lstStyle/>
          <a:p>
            <a:endParaRPr lang="en-IN"/>
          </a:p>
        </p:txBody>
      </p:sp>
      <p:sp>
        <p:nvSpPr>
          <p:cNvPr id="53" name="Shape 51"/>
          <p:cNvSpPr/>
          <p:nvPr/>
        </p:nvSpPr>
        <p:spPr>
          <a:xfrm>
            <a:off x="1751275" y="5448464"/>
            <a:ext cx="150329" cy="441633"/>
          </a:xfrm>
          <a:prstGeom prst="rect">
            <a:avLst/>
          </a:prstGeom>
          <a:solidFill>
            <a:srgbClr val="3FE0D0">
              <a:alpha val="25000"/>
            </a:srgbClr>
          </a:solidFill>
          <a:ln/>
        </p:spPr>
        <p:txBody>
          <a:bodyPr/>
          <a:lstStyle/>
          <a:p>
            <a:endParaRPr lang="en-IN"/>
          </a:p>
        </p:txBody>
      </p:sp>
      <p:sp>
        <p:nvSpPr>
          <p:cNvPr id="54" name="Shape 52"/>
          <p:cNvSpPr/>
          <p:nvPr/>
        </p:nvSpPr>
        <p:spPr>
          <a:xfrm>
            <a:off x="1991802" y="5432920"/>
            <a:ext cx="150329" cy="472719"/>
          </a:xfrm>
          <a:prstGeom prst="rect">
            <a:avLst/>
          </a:prstGeom>
          <a:solidFill>
            <a:srgbClr val="3FE0D0">
              <a:alpha val="25000"/>
            </a:srgbClr>
          </a:solidFill>
          <a:ln/>
        </p:spPr>
        <p:txBody>
          <a:bodyPr/>
          <a:lstStyle/>
          <a:p>
            <a:endParaRPr lang="en-IN"/>
          </a:p>
        </p:txBody>
      </p:sp>
      <p:sp>
        <p:nvSpPr>
          <p:cNvPr id="55" name="Shape 53"/>
          <p:cNvSpPr/>
          <p:nvPr/>
        </p:nvSpPr>
        <p:spPr>
          <a:xfrm>
            <a:off x="2232329" y="5307809"/>
            <a:ext cx="150329" cy="722943"/>
          </a:xfrm>
          <a:prstGeom prst="rect">
            <a:avLst/>
          </a:prstGeom>
          <a:solidFill>
            <a:srgbClr val="3FE0D0">
              <a:alpha val="25000"/>
            </a:srgbClr>
          </a:solidFill>
          <a:ln/>
        </p:spPr>
        <p:txBody>
          <a:bodyPr/>
          <a:lstStyle/>
          <a:p>
            <a:endParaRPr lang="en-IN"/>
          </a:p>
        </p:txBody>
      </p:sp>
      <p:sp>
        <p:nvSpPr>
          <p:cNvPr id="56" name="Shape 54"/>
          <p:cNvSpPr/>
          <p:nvPr/>
        </p:nvSpPr>
        <p:spPr>
          <a:xfrm>
            <a:off x="2472856" y="5382260"/>
            <a:ext cx="150329" cy="574040"/>
          </a:xfrm>
          <a:prstGeom prst="rect">
            <a:avLst/>
          </a:prstGeom>
          <a:solidFill>
            <a:srgbClr val="3FE0D0">
              <a:alpha val="25000"/>
            </a:srgbClr>
          </a:solidFill>
          <a:ln/>
        </p:spPr>
        <p:txBody>
          <a:bodyPr/>
          <a:lstStyle/>
          <a:p>
            <a:endParaRPr lang="en-IN"/>
          </a:p>
        </p:txBody>
      </p:sp>
      <p:sp>
        <p:nvSpPr>
          <p:cNvPr id="57" name="Shape 55"/>
          <p:cNvSpPr/>
          <p:nvPr/>
        </p:nvSpPr>
        <p:spPr>
          <a:xfrm>
            <a:off x="2713383" y="5411572"/>
            <a:ext cx="150329" cy="515417"/>
          </a:xfrm>
          <a:prstGeom prst="rect">
            <a:avLst/>
          </a:prstGeom>
          <a:solidFill>
            <a:srgbClr val="3FE0D0">
              <a:alpha val="25000"/>
            </a:srgbClr>
          </a:solidFill>
          <a:ln/>
        </p:spPr>
        <p:txBody>
          <a:bodyPr/>
          <a:lstStyle/>
          <a:p>
            <a:endParaRPr lang="en-IN"/>
          </a:p>
        </p:txBody>
      </p:sp>
      <p:sp>
        <p:nvSpPr>
          <p:cNvPr id="58" name="Shape 56"/>
          <p:cNvSpPr/>
          <p:nvPr/>
        </p:nvSpPr>
        <p:spPr>
          <a:xfrm>
            <a:off x="2953910" y="5258782"/>
            <a:ext cx="150329" cy="820997"/>
          </a:xfrm>
          <a:prstGeom prst="rect">
            <a:avLst/>
          </a:prstGeom>
          <a:solidFill>
            <a:srgbClr val="3FE0D0">
              <a:alpha val="25000"/>
            </a:srgbClr>
          </a:solidFill>
          <a:ln/>
        </p:spPr>
        <p:txBody>
          <a:bodyPr/>
          <a:lstStyle/>
          <a:p>
            <a:endParaRPr lang="en-IN"/>
          </a:p>
        </p:txBody>
      </p:sp>
      <p:sp>
        <p:nvSpPr>
          <p:cNvPr id="59" name="Shape 57"/>
          <p:cNvSpPr/>
          <p:nvPr/>
        </p:nvSpPr>
        <p:spPr>
          <a:xfrm>
            <a:off x="3194437" y="5398226"/>
            <a:ext cx="150329" cy="542108"/>
          </a:xfrm>
          <a:prstGeom prst="rect">
            <a:avLst/>
          </a:prstGeom>
          <a:solidFill>
            <a:srgbClr val="3FE0D0">
              <a:alpha val="25000"/>
            </a:srgbClr>
          </a:solidFill>
          <a:ln/>
        </p:spPr>
        <p:txBody>
          <a:bodyPr/>
          <a:lstStyle/>
          <a:p>
            <a:endParaRPr lang="en-IN"/>
          </a:p>
        </p:txBody>
      </p:sp>
      <p:sp>
        <p:nvSpPr>
          <p:cNvPr id="60" name="Shape 58"/>
          <p:cNvSpPr/>
          <p:nvPr/>
        </p:nvSpPr>
        <p:spPr>
          <a:xfrm>
            <a:off x="3434963" y="5503515"/>
            <a:ext cx="150329" cy="331530"/>
          </a:xfrm>
          <a:prstGeom prst="rect">
            <a:avLst/>
          </a:prstGeom>
          <a:solidFill>
            <a:srgbClr val="3FE0D0">
              <a:alpha val="25000"/>
            </a:srgbClr>
          </a:solidFill>
          <a:ln/>
        </p:spPr>
        <p:txBody>
          <a:bodyPr/>
          <a:lstStyle/>
          <a:p>
            <a:endParaRPr lang="en-IN"/>
          </a:p>
        </p:txBody>
      </p:sp>
      <p:sp>
        <p:nvSpPr>
          <p:cNvPr id="61" name="Shape 59"/>
          <p:cNvSpPr/>
          <p:nvPr/>
        </p:nvSpPr>
        <p:spPr>
          <a:xfrm>
            <a:off x="3675490" y="5488538"/>
            <a:ext cx="150329" cy="361484"/>
          </a:xfrm>
          <a:prstGeom prst="rect">
            <a:avLst/>
          </a:prstGeom>
          <a:solidFill>
            <a:srgbClr val="3FE0D0">
              <a:alpha val="25000"/>
            </a:srgbClr>
          </a:solidFill>
          <a:ln/>
        </p:spPr>
        <p:txBody>
          <a:bodyPr/>
          <a:lstStyle/>
          <a:p>
            <a:endParaRPr lang="en-IN"/>
          </a:p>
        </p:txBody>
      </p:sp>
      <p:sp>
        <p:nvSpPr>
          <p:cNvPr id="62" name="Shape 60"/>
          <p:cNvSpPr/>
          <p:nvPr/>
        </p:nvSpPr>
        <p:spPr>
          <a:xfrm>
            <a:off x="3916017" y="5485947"/>
            <a:ext cx="150329" cy="366666"/>
          </a:xfrm>
          <a:prstGeom prst="rect">
            <a:avLst/>
          </a:prstGeom>
          <a:solidFill>
            <a:srgbClr val="3FE0D0">
              <a:alpha val="25000"/>
            </a:srgbClr>
          </a:solidFill>
          <a:ln/>
        </p:spPr>
        <p:txBody>
          <a:bodyPr/>
          <a:lstStyle/>
          <a:p>
            <a:endParaRPr lang="en-IN"/>
          </a:p>
        </p:txBody>
      </p:sp>
      <p:sp>
        <p:nvSpPr>
          <p:cNvPr id="63" name="Shape 61"/>
          <p:cNvSpPr/>
          <p:nvPr/>
        </p:nvSpPr>
        <p:spPr>
          <a:xfrm>
            <a:off x="4156544" y="5247812"/>
            <a:ext cx="150329" cy="842936"/>
          </a:xfrm>
          <a:prstGeom prst="rect">
            <a:avLst/>
          </a:prstGeom>
          <a:solidFill>
            <a:srgbClr val="3FE0D0">
              <a:alpha val="25000"/>
            </a:srgbClr>
          </a:solidFill>
          <a:ln/>
        </p:spPr>
        <p:txBody>
          <a:bodyPr/>
          <a:lstStyle/>
          <a:p>
            <a:endParaRPr lang="en-IN"/>
          </a:p>
        </p:txBody>
      </p:sp>
      <p:sp>
        <p:nvSpPr>
          <p:cNvPr id="64" name="Shape 62"/>
          <p:cNvSpPr/>
          <p:nvPr/>
        </p:nvSpPr>
        <p:spPr>
          <a:xfrm>
            <a:off x="4397071" y="5283939"/>
            <a:ext cx="150329" cy="770683"/>
          </a:xfrm>
          <a:prstGeom prst="rect">
            <a:avLst/>
          </a:prstGeom>
          <a:solidFill>
            <a:srgbClr val="3FE0D0">
              <a:alpha val="25000"/>
            </a:srgbClr>
          </a:solidFill>
          <a:ln/>
        </p:spPr>
        <p:txBody>
          <a:bodyPr/>
          <a:lstStyle/>
          <a:p>
            <a:endParaRPr lang="en-IN"/>
          </a:p>
        </p:txBody>
      </p:sp>
      <p:sp>
        <p:nvSpPr>
          <p:cNvPr id="65" name="Shape 63"/>
          <p:cNvSpPr/>
          <p:nvPr/>
        </p:nvSpPr>
        <p:spPr>
          <a:xfrm>
            <a:off x="4637598" y="5537467"/>
            <a:ext cx="150329" cy="263627"/>
          </a:xfrm>
          <a:prstGeom prst="rect">
            <a:avLst/>
          </a:prstGeom>
          <a:solidFill>
            <a:srgbClr val="3FE0D0">
              <a:alpha val="25000"/>
            </a:srgbClr>
          </a:solidFill>
          <a:ln/>
        </p:spPr>
        <p:txBody>
          <a:bodyPr/>
          <a:lstStyle/>
          <a:p>
            <a:endParaRPr lang="en-IN"/>
          </a:p>
        </p:txBody>
      </p:sp>
      <p:sp>
        <p:nvSpPr>
          <p:cNvPr id="66" name="Shape 64"/>
          <p:cNvSpPr/>
          <p:nvPr/>
        </p:nvSpPr>
        <p:spPr>
          <a:xfrm>
            <a:off x="4878125" y="5396739"/>
            <a:ext cx="150329" cy="545081"/>
          </a:xfrm>
          <a:prstGeom prst="rect">
            <a:avLst/>
          </a:prstGeom>
          <a:solidFill>
            <a:srgbClr val="3FE0D0">
              <a:alpha val="25000"/>
            </a:srgbClr>
          </a:solidFill>
          <a:ln/>
        </p:spPr>
        <p:txBody>
          <a:bodyPr/>
          <a:lstStyle/>
          <a:p>
            <a:endParaRPr lang="en-IN"/>
          </a:p>
        </p:txBody>
      </p:sp>
      <p:sp>
        <p:nvSpPr>
          <p:cNvPr id="67" name="Shape 65"/>
          <p:cNvSpPr/>
          <p:nvPr/>
        </p:nvSpPr>
        <p:spPr>
          <a:xfrm>
            <a:off x="5118652" y="5444446"/>
            <a:ext cx="150329" cy="449668"/>
          </a:xfrm>
          <a:prstGeom prst="rect">
            <a:avLst/>
          </a:prstGeom>
          <a:solidFill>
            <a:srgbClr val="3FE0D0">
              <a:alpha val="25000"/>
            </a:srgbClr>
          </a:solidFill>
          <a:ln/>
        </p:spPr>
        <p:txBody>
          <a:bodyPr/>
          <a:lstStyle/>
          <a:p>
            <a:endParaRPr lang="en-IN"/>
          </a:p>
        </p:txBody>
      </p:sp>
      <p:sp>
        <p:nvSpPr>
          <p:cNvPr id="68" name="Shape 66"/>
          <p:cNvSpPr/>
          <p:nvPr/>
        </p:nvSpPr>
        <p:spPr>
          <a:xfrm>
            <a:off x="5359179" y="5395611"/>
            <a:ext cx="150329" cy="547338"/>
          </a:xfrm>
          <a:prstGeom prst="rect">
            <a:avLst/>
          </a:prstGeom>
          <a:solidFill>
            <a:srgbClr val="3FE0D0">
              <a:alpha val="25000"/>
            </a:srgbClr>
          </a:solidFill>
          <a:ln/>
        </p:spPr>
        <p:txBody>
          <a:bodyPr/>
          <a:lstStyle/>
          <a:p>
            <a:endParaRPr lang="en-IN"/>
          </a:p>
        </p:txBody>
      </p:sp>
      <p:sp>
        <p:nvSpPr>
          <p:cNvPr id="69" name="Shape 67"/>
          <p:cNvSpPr/>
          <p:nvPr/>
        </p:nvSpPr>
        <p:spPr>
          <a:xfrm>
            <a:off x="5599706" y="5319361"/>
            <a:ext cx="150329" cy="699837"/>
          </a:xfrm>
          <a:prstGeom prst="rect">
            <a:avLst/>
          </a:prstGeom>
          <a:solidFill>
            <a:srgbClr val="3FE0D0">
              <a:alpha val="25000"/>
            </a:srgbClr>
          </a:solidFill>
          <a:ln/>
        </p:spPr>
        <p:txBody>
          <a:bodyPr/>
          <a:lstStyle/>
          <a:p>
            <a:endParaRPr lang="en-IN"/>
          </a:p>
        </p:txBody>
      </p:sp>
      <p:sp>
        <p:nvSpPr>
          <p:cNvPr id="70" name="Shape 68"/>
          <p:cNvSpPr/>
          <p:nvPr/>
        </p:nvSpPr>
        <p:spPr>
          <a:xfrm>
            <a:off x="5840233" y="5510479"/>
            <a:ext cx="150329" cy="317602"/>
          </a:xfrm>
          <a:prstGeom prst="rect">
            <a:avLst/>
          </a:prstGeom>
          <a:solidFill>
            <a:srgbClr val="3FE0D0">
              <a:alpha val="25000"/>
            </a:srgbClr>
          </a:solidFill>
          <a:ln/>
        </p:spPr>
        <p:txBody>
          <a:bodyPr/>
          <a:lstStyle/>
          <a:p>
            <a:endParaRPr lang="en-IN"/>
          </a:p>
        </p:txBody>
      </p:sp>
      <p:sp>
        <p:nvSpPr>
          <p:cNvPr id="71" name="Shape 69"/>
          <p:cNvSpPr/>
          <p:nvPr/>
        </p:nvSpPr>
        <p:spPr>
          <a:xfrm>
            <a:off x="6080760" y="5297337"/>
            <a:ext cx="150329" cy="743885"/>
          </a:xfrm>
          <a:prstGeom prst="rect">
            <a:avLst/>
          </a:prstGeom>
          <a:solidFill>
            <a:srgbClr val="3FE0D0">
              <a:alpha val="25000"/>
            </a:srgbClr>
          </a:solidFill>
          <a:ln/>
        </p:spPr>
        <p:txBody>
          <a:bodyPr/>
          <a:lstStyle/>
          <a:p>
            <a:endParaRPr lang="en-IN"/>
          </a:p>
        </p:txBody>
      </p:sp>
      <p:sp>
        <p:nvSpPr>
          <p:cNvPr id="72" name="Shape 70"/>
          <p:cNvSpPr/>
          <p:nvPr/>
        </p:nvSpPr>
        <p:spPr>
          <a:xfrm>
            <a:off x="6321287" y="5279981"/>
            <a:ext cx="150329" cy="778597"/>
          </a:xfrm>
          <a:prstGeom prst="rect">
            <a:avLst/>
          </a:prstGeom>
          <a:solidFill>
            <a:srgbClr val="3FE0D0">
              <a:alpha val="25000"/>
            </a:srgbClr>
          </a:solidFill>
          <a:ln/>
        </p:spPr>
        <p:txBody>
          <a:bodyPr/>
          <a:lstStyle/>
          <a:p>
            <a:endParaRPr lang="en-IN"/>
          </a:p>
        </p:txBody>
      </p:sp>
      <p:sp>
        <p:nvSpPr>
          <p:cNvPr id="73" name="Shape 71"/>
          <p:cNvSpPr/>
          <p:nvPr/>
        </p:nvSpPr>
        <p:spPr>
          <a:xfrm>
            <a:off x="6561814" y="5469233"/>
            <a:ext cx="150329" cy="400094"/>
          </a:xfrm>
          <a:prstGeom prst="rect">
            <a:avLst/>
          </a:prstGeom>
          <a:solidFill>
            <a:srgbClr val="3FE0D0">
              <a:alpha val="25000"/>
            </a:srgbClr>
          </a:solidFill>
          <a:ln/>
        </p:spPr>
        <p:txBody>
          <a:bodyPr/>
          <a:lstStyle/>
          <a:p>
            <a:endParaRPr lang="en-IN"/>
          </a:p>
        </p:txBody>
      </p:sp>
      <p:sp>
        <p:nvSpPr>
          <p:cNvPr id="74" name="Shape 72"/>
          <p:cNvSpPr/>
          <p:nvPr/>
        </p:nvSpPr>
        <p:spPr>
          <a:xfrm>
            <a:off x="6802341" y="5529141"/>
            <a:ext cx="150329" cy="280278"/>
          </a:xfrm>
          <a:prstGeom prst="rect">
            <a:avLst/>
          </a:prstGeom>
          <a:solidFill>
            <a:srgbClr val="3FE0D0">
              <a:alpha val="25000"/>
            </a:srgbClr>
          </a:solidFill>
          <a:ln/>
        </p:spPr>
        <p:txBody>
          <a:bodyPr/>
          <a:lstStyle/>
          <a:p>
            <a:endParaRPr lang="en-IN"/>
          </a:p>
        </p:txBody>
      </p:sp>
      <p:sp>
        <p:nvSpPr>
          <p:cNvPr id="75" name="Shape 73"/>
          <p:cNvSpPr/>
          <p:nvPr/>
        </p:nvSpPr>
        <p:spPr>
          <a:xfrm>
            <a:off x="7042868" y="5537231"/>
            <a:ext cx="150329" cy="264099"/>
          </a:xfrm>
          <a:prstGeom prst="rect">
            <a:avLst/>
          </a:prstGeom>
          <a:solidFill>
            <a:srgbClr val="3FE0D0">
              <a:alpha val="25000"/>
            </a:srgbClr>
          </a:solidFill>
          <a:ln/>
        </p:spPr>
        <p:txBody>
          <a:bodyPr/>
          <a:lstStyle/>
          <a:p>
            <a:endParaRPr lang="en-IN"/>
          </a:p>
        </p:txBody>
      </p:sp>
      <p:sp>
        <p:nvSpPr>
          <p:cNvPr id="76" name="Shape 74"/>
          <p:cNvSpPr/>
          <p:nvPr/>
        </p:nvSpPr>
        <p:spPr>
          <a:xfrm>
            <a:off x="7283395" y="5381606"/>
            <a:ext cx="150329" cy="575348"/>
          </a:xfrm>
          <a:prstGeom prst="rect">
            <a:avLst/>
          </a:prstGeom>
          <a:solidFill>
            <a:srgbClr val="3FE0D0">
              <a:alpha val="25000"/>
            </a:srgbClr>
          </a:solidFill>
          <a:ln/>
        </p:spPr>
        <p:txBody>
          <a:bodyPr/>
          <a:lstStyle/>
          <a:p>
            <a:endParaRPr lang="en-IN"/>
          </a:p>
        </p:txBody>
      </p:sp>
      <p:sp>
        <p:nvSpPr>
          <p:cNvPr id="77" name="Shape 75"/>
          <p:cNvSpPr/>
          <p:nvPr/>
        </p:nvSpPr>
        <p:spPr>
          <a:xfrm>
            <a:off x="7523922" y="5221745"/>
            <a:ext cx="150329" cy="895069"/>
          </a:xfrm>
          <a:prstGeom prst="rect">
            <a:avLst/>
          </a:prstGeom>
          <a:solidFill>
            <a:srgbClr val="3FE0D0">
              <a:alpha val="25000"/>
            </a:srgbClr>
          </a:solidFill>
          <a:ln/>
        </p:spPr>
        <p:txBody>
          <a:bodyPr/>
          <a:lstStyle/>
          <a:p>
            <a:endParaRPr lang="en-IN"/>
          </a:p>
        </p:txBody>
      </p:sp>
      <p:sp>
        <p:nvSpPr>
          <p:cNvPr id="78" name="Shape 76"/>
          <p:cNvSpPr/>
          <p:nvPr/>
        </p:nvSpPr>
        <p:spPr>
          <a:xfrm>
            <a:off x="7764449" y="5397237"/>
            <a:ext cx="150329" cy="544086"/>
          </a:xfrm>
          <a:prstGeom prst="rect">
            <a:avLst/>
          </a:prstGeom>
          <a:solidFill>
            <a:srgbClr val="3FE0D0">
              <a:alpha val="25000"/>
            </a:srgbClr>
          </a:solidFill>
          <a:ln/>
        </p:spPr>
        <p:txBody>
          <a:bodyPr/>
          <a:lstStyle/>
          <a:p>
            <a:endParaRPr lang="en-IN"/>
          </a:p>
        </p:txBody>
      </p:sp>
      <p:sp>
        <p:nvSpPr>
          <p:cNvPr id="79" name="Shape 77"/>
          <p:cNvSpPr/>
          <p:nvPr/>
        </p:nvSpPr>
        <p:spPr>
          <a:xfrm>
            <a:off x="8004976" y="5426766"/>
            <a:ext cx="150329" cy="485027"/>
          </a:xfrm>
          <a:prstGeom prst="rect">
            <a:avLst/>
          </a:prstGeom>
          <a:solidFill>
            <a:srgbClr val="3FE0D0">
              <a:alpha val="25000"/>
            </a:srgbClr>
          </a:solidFill>
          <a:ln/>
        </p:spPr>
        <p:txBody>
          <a:bodyPr/>
          <a:lstStyle/>
          <a:p>
            <a:endParaRPr lang="en-IN"/>
          </a:p>
        </p:txBody>
      </p:sp>
      <p:sp>
        <p:nvSpPr>
          <p:cNvPr id="80" name="Shape 78"/>
          <p:cNvSpPr/>
          <p:nvPr/>
        </p:nvSpPr>
        <p:spPr>
          <a:xfrm>
            <a:off x="8245503" y="5382581"/>
            <a:ext cx="150329" cy="573397"/>
          </a:xfrm>
          <a:prstGeom prst="rect">
            <a:avLst/>
          </a:prstGeom>
          <a:solidFill>
            <a:srgbClr val="3FE0D0">
              <a:alpha val="25000"/>
            </a:srgbClr>
          </a:solidFill>
          <a:ln/>
        </p:spPr>
        <p:txBody>
          <a:bodyPr/>
          <a:lstStyle/>
          <a:p>
            <a:endParaRPr lang="en-IN"/>
          </a:p>
        </p:txBody>
      </p:sp>
      <p:sp>
        <p:nvSpPr>
          <p:cNvPr id="81" name="Shape 79"/>
          <p:cNvSpPr/>
          <p:nvPr/>
        </p:nvSpPr>
        <p:spPr>
          <a:xfrm>
            <a:off x="8486030" y="5441529"/>
            <a:ext cx="150329" cy="455502"/>
          </a:xfrm>
          <a:prstGeom prst="rect">
            <a:avLst/>
          </a:prstGeom>
          <a:solidFill>
            <a:srgbClr val="3FE0D0">
              <a:alpha val="25000"/>
            </a:srgbClr>
          </a:solidFill>
          <a:ln/>
        </p:spPr>
        <p:txBody>
          <a:bodyPr/>
          <a:lstStyle/>
          <a:p>
            <a:endParaRPr lang="en-IN"/>
          </a:p>
        </p:txBody>
      </p:sp>
      <p:sp>
        <p:nvSpPr>
          <p:cNvPr id="82" name="Shape 80"/>
          <p:cNvSpPr/>
          <p:nvPr/>
        </p:nvSpPr>
        <p:spPr>
          <a:xfrm>
            <a:off x="8726557" y="5370635"/>
            <a:ext cx="150329" cy="597289"/>
          </a:xfrm>
          <a:prstGeom prst="rect">
            <a:avLst/>
          </a:prstGeom>
          <a:solidFill>
            <a:srgbClr val="3FE0D0">
              <a:alpha val="25000"/>
            </a:srgbClr>
          </a:solidFill>
          <a:ln/>
        </p:spPr>
        <p:txBody>
          <a:bodyPr/>
          <a:lstStyle/>
          <a:p>
            <a:endParaRPr lang="en-IN"/>
          </a:p>
        </p:txBody>
      </p:sp>
      <p:sp>
        <p:nvSpPr>
          <p:cNvPr id="83" name="Shape 81"/>
          <p:cNvSpPr/>
          <p:nvPr/>
        </p:nvSpPr>
        <p:spPr>
          <a:xfrm>
            <a:off x="8967083" y="5378751"/>
            <a:ext cx="150329" cy="581057"/>
          </a:xfrm>
          <a:prstGeom prst="rect">
            <a:avLst/>
          </a:prstGeom>
          <a:solidFill>
            <a:srgbClr val="3FE0D0">
              <a:alpha val="25000"/>
            </a:srgbClr>
          </a:solidFill>
          <a:ln/>
        </p:spPr>
        <p:txBody>
          <a:bodyPr/>
          <a:lstStyle/>
          <a:p>
            <a:endParaRPr lang="en-IN"/>
          </a:p>
        </p:txBody>
      </p:sp>
      <p:sp>
        <p:nvSpPr>
          <p:cNvPr id="84" name="Shape 82"/>
          <p:cNvSpPr/>
          <p:nvPr/>
        </p:nvSpPr>
        <p:spPr>
          <a:xfrm>
            <a:off x="9207610" y="5456408"/>
            <a:ext cx="150329" cy="425745"/>
          </a:xfrm>
          <a:prstGeom prst="rect">
            <a:avLst/>
          </a:prstGeom>
          <a:solidFill>
            <a:srgbClr val="3FE0D0">
              <a:alpha val="25000"/>
            </a:srgbClr>
          </a:solidFill>
          <a:ln/>
        </p:spPr>
        <p:txBody>
          <a:bodyPr/>
          <a:lstStyle/>
          <a:p>
            <a:endParaRPr lang="en-IN"/>
          </a:p>
        </p:txBody>
      </p:sp>
      <p:sp>
        <p:nvSpPr>
          <p:cNvPr id="85" name="Shape 83"/>
          <p:cNvSpPr/>
          <p:nvPr/>
        </p:nvSpPr>
        <p:spPr>
          <a:xfrm>
            <a:off x="9448137" y="5234684"/>
            <a:ext cx="150329" cy="869192"/>
          </a:xfrm>
          <a:prstGeom prst="rect">
            <a:avLst/>
          </a:prstGeom>
          <a:solidFill>
            <a:srgbClr val="3FE0D0">
              <a:alpha val="25000"/>
            </a:srgbClr>
          </a:solidFill>
          <a:ln/>
        </p:spPr>
        <p:txBody>
          <a:bodyPr/>
          <a:lstStyle/>
          <a:p>
            <a:endParaRPr lang="en-IN"/>
          </a:p>
        </p:txBody>
      </p:sp>
      <p:sp>
        <p:nvSpPr>
          <p:cNvPr id="86" name="Shape 84"/>
          <p:cNvSpPr/>
          <p:nvPr/>
        </p:nvSpPr>
        <p:spPr>
          <a:xfrm>
            <a:off x="9688664" y="5346876"/>
            <a:ext cx="150329" cy="644808"/>
          </a:xfrm>
          <a:prstGeom prst="rect">
            <a:avLst/>
          </a:prstGeom>
          <a:solidFill>
            <a:srgbClr val="3FE0D0">
              <a:alpha val="25000"/>
            </a:srgbClr>
          </a:solidFill>
          <a:ln/>
        </p:spPr>
        <p:txBody>
          <a:bodyPr/>
          <a:lstStyle/>
          <a:p>
            <a:endParaRPr lang="en-IN"/>
          </a:p>
        </p:txBody>
      </p:sp>
      <p:sp>
        <p:nvSpPr>
          <p:cNvPr id="87" name="Shape 85"/>
          <p:cNvSpPr/>
          <p:nvPr/>
        </p:nvSpPr>
        <p:spPr>
          <a:xfrm>
            <a:off x="9929191" y="5535859"/>
            <a:ext cx="150329" cy="266843"/>
          </a:xfrm>
          <a:prstGeom prst="rect">
            <a:avLst/>
          </a:prstGeom>
          <a:solidFill>
            <a:srgbClr val="3FE0D0">
              <a:alpha val="25000"/>
            </a:srgbClr>
          </a:solidFill>
          <a:ln/>
        </p:spPr>
        <p:txBody>
          <a:bodyPr/>
          <a:lstStyle/>
          <a:p>
            <a:endParaRPr lang="en-IN"/>
          </a:p>
        </p:txBody>
      </p:sp>
      <p:sp>
        <p:nvSpPr>
          <p:cNvPr id="88" name="Shape 86"/>
          <p:cNvSpPr/>
          <p:nvPr/>
        </p:nvSpPr>
        <p:spPr>
          <a:xfrm>
            <a:off x="10169718" y="5552212"/>
            <a:ext cx="150329" cy="234136"/>
          </a:xfrm>
          <a:prstGeom prst="rect">
            <a:avLst/>
          </a:prstGeom>
          <a:solidFill>
            <a:srgbClr val="3FE0D0">
              <a:alpha val="25000"/>
            </a:srgbClr>
          </a:solidFill>
          <a:ln/>
        </p:spPr>
        <p:txBody>
          <a:bodyPr/>
          <a:lstStyle/>
          <a:p>
            <a:endParaRPr lang="en-IN"/>
          </a:p>
        </p:txBody>
      </p:sp>
      <p:sp>
        <p:nvSpPr>
          <p:cNvPr id="89" name="Shape 87"/>
          <p:cNvSpPr/>
          <p:nvPr/>
        </p:nvSpPr>
        <p:spPr>
          <a:xfrm>
            <a:off x="10410245" y="5504772"/>
            <a:ext cx="150329" cy="329015"/>
          </a:xfrm>
          <a:prstGeom prst="rect">
            <a:avLst/>
          </a:prstGeom>
          <a:solidFill>
            <a:srgbClr val="3FE0D0">
              <a:alpha val="25000"/>
            </a:srgbClr>
          </a:solidFill>
          <a:ln/>
        </p:spPr>
        <p:txBody>
          <a:bodyPr/>
          <a:lstStyle/>
          <a:p>
            <a:endParaRPr lang="en-IN"/>
          </a:p>
        </p:txBody>
      </p:sp>
      <p:sp>
        <p:nvSpPr>
          <p:cNvPr id="90" name="Shape 88"/>
          <p:cNvSpPr/>
          <p:nvPr/>
        </p:nvSpPr>
        <p:spPr>
          <a:xfrm>
            <a:off x="10650772" y="5296556"/>
            <a:ext cx="150329" cy="745448"/>
          </a:xfrm>
          <a:prstGeom prst="rect">
            <a:avLst/>
          </a:prstGeom>
          <a:solidFill>
            <a:srgbClr val="3FE0D0">
              <a:alpha val="25000"/>
            </a:srgbClr>
          </a:solidFill>
          <a:ln/>
        </p:spPr>
        <p:txBody>
          <a:bodyPr/>
          <a:lstStyle/>
          <a:p>
            <a:endParaRPr lang="en-IN"/>
          </a:p>
        </p:txBody>
      </p:sp>
      <p:sp>
        <p:nvSpPr>
          <p:cNvPr id="91" name="Shape 89"/>
          <p:cNvSpPr/>
          <p:nvPr/>
        </p:nvSpPr>
        <p:spPr>
          <a:xfrm>
            <a:off x="10891299" y="5259221"/>
            <a:ext cx="150329" cy="820118"/>
          </a:xfrm>
          <a:prstGeom prst="rect">
            <a:avLst/>
          </a:prstGeom>
          <a:solidFill>
            <a:srgbClr val="3FE0D0">
              <a:alpha val="25000"/>
            </a:srgbClr>
          </a:solidFill>
          <a:ln/>
        </p:spPr>
        <p:txBody>
          <a:bodyPr/>
          <a:lstStyle/>
          <a:p>
            <a:endParaRPr lang="en-IN"/>
          </a:p>
        </p:txBody>
      </p:sp>
      <p:sp>
        <p:nvSpPr>
          <p:cNvPr id="92" name="Shape 90"/>
          <p:cNvSpPr/>
          <p:nvPr/>
        </p:nvSpPr>
        <p:spPr>
          <a:xfrm>
            <a:off x="11131826" y="5535973"/>
            <a:ext cx="150329" cy="266615"/>
          </a:xfrm>
          <a:prstGeom prst="rect">
            <a:avLst/>
          </a:prstGeom>
          <a:solidFill>
            <a:srgbClr val="3FE0D0">
              <a:alpha val="25000"/>
            </a:srgbClr>
          </a:solidFill>
          <a:ln/>
        </p:spPr>
        <p:txBody>
          <a:bodyPr/>
          <a:lstStyle/>
          <a:p>
            <a:endParaRPr lang="en-IN"/>
          </a:p>
        </p:txBody>
      </p:sp>
      <p:sp>
        <p:nvSpPr>
          <p:cNvPr id="93" name="Shape 91"/>
          <p:cNvSpPr/>
          <p:nvPr/>
        </p:nvSpPr>
        <p:spPr>
          <a:xfrm>
            <a:off x="11372353" y="5351354"/>
            <a:ext cx="150329" cy="635853"/>
          </a:xfrm>
          <a:prstGeom prst="rect">
            <a:avLst/>
          </a:prstGeom>
          <a:solidFill>
            <a:srgbClr val="3FE0D0">
              <a:alpha val="25000"/>
            </a:srgbClr>
          </a:solidFill>
          <a:ln/>
        </p:spPr>
        <p:txBody>
          <a:bodyPr/>
          <a:lstStyle/>
          <a:p>
            <a:endParaRPr lang="en-IN"/>
          </a:p>
        </p:txBody>
      </p:sp>
      <p:sp>
        <p:nvSpPr>
          <p:cNvPr id="94" name="Shape 92"/>
          <p:cNvSpPr/>
          <p:nvPr/>
        </p:nvSpPr>
        <p:spPr>
          <a:xfrm>
            <a:off x="9692640" y="-1280160"/>
            <a:ext cx="4114800" cy="4114800"/>
          </a:xfrm>
          <a:prstGeom prst="ellipse">
            <a:avLst/>
          </a:prstGeom>
          <a:solidFill>
            <a:srgbClr val="6E5AE0">
              <a:alpha val="22000"/>
            </a:srgbClr>
          </a:solidFill>
          <a:ln/>
        </p:spPr>
        <p:txBody>
          <a:bodyPr/>
          <a:lstStyle/>
          <a:p>
            <a:endParaRPr lang="en-IN"/>
          </a:p>
        </p:txBody>
      </p:sp>
      <p:sp>
        <p:nvSpPr>
          <p:cNvPr id="95" name="Shape 93"/>
          <p:cNvSpPr/>
          <p:nvPr/>
        </p:nvSpPr>
        <p:spPr>
          <a:xfrm>
            <a:off x="-1280160" y="3200400"/>
            <a:ext cx="3291840" cy="3291840"/>
          </a:xfrm>
          <a:prstGeom prst="ellipse">
            <a:avLst/>
          </a:prstGeom>
          <a:solidFill>
            <a:srgbClr val="3FE0D0">
              <a:alpha val="15000"/>
            </a:srgbClr>
          </a:solidFill>
          <a:ln/>
        </p:spPr>
        <p:txBody>
          <a:bodyPr/>
          <a:lstStyle/>
          <a:p>
            <a:endParaRPr lang="en-IN"/>
          </a:p>
        </p:txBody>
      </p:sp>
      <p:sp>
        <p:nvSpPr>
          <p:cNvPr id="96" name="Text 94"/>
          <p:cNvSpPr/>
          <p:nvPr/>
        </p:nvSpPr>
        <p:spPr>
          <a:xfrm>
            <a:off x="822960" y="1417320"/>
            <a:ext cx="7315200" cy="457200"/>
          </a:xfrm>
          <a:prstGeom prst="rect">
            <a:avLst/>
          </a:prstGeom>
          <a:noFill/>
          <a:ln/>
        </p:spPr>
        <p:txBody>
          <a:bodyPr wrap="square" rtlCol="0" anchor="ctr"/>
          <a:lstStyle/>
          <a:p>
            <a:pPr marL="0" indent="0">
              <a:buNone/>
            </a:pPr>
            <a:r>
              <a:rPr lang="en-US" sz="2400" b="1" kern="0" spc="400" dirty="0">
                <a:solidFill>
                  <a:srgbClr val="FF9900"/>
                </a:solidFill>
                <a:latin typeface="Calibri" pitchFamily="34" charset="0"/>
                <a:ea typeface="Calibri" pitchFamily="34" charset="-122"/>
                <a:cs typeface="Calibri" pitchFamily="34" charset="-120"/>
              </a:rPr>
              <a:t>AMAZON MUSIC</a:t>
            </a:r>
            <a:endParaRPr lang="en-US" sz="2400" dirty="0"/>
          </a:p>
        </p:txBody>
      </p:sp>
      <p:sp>
        <p:nvSpPr>
          <p:cNvPr id="97" name="Text 95"/>
          <p:cNvSpPr/>
          <p:nvPr/>
        </p:nvSpPr>
        <p:spPr>
          <a:xfrm>
            <a:off x="777240" y="1874520"/>
            <a:ext cx="9875520" cy="1920240"/>
          </a:xfrm>
          <a:prstGeom prst="rect">
            <a:avLst/>
          </a:prstGeom>
          <a:noFill/>
          <a:ln/>
        </p:spPr>
        <p:txBody>
          <a:bodyPr wrap="square"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Music Clustering Using</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Unsupervised Machine Learning</a:t>
            </a:r>
            <a:endParaRPr lang="en-US" sz="4000" dirty="0"/>
          </a:p>
        </p:txBody>
      </p:sp>
      <p:sp>
        <p:nvSpPr>
          <p:cNvPr id="98" name="Text 96"/>
          <p:cNvSpPr/>
          <p:nvPr/>
        </p:nvSpPr>
        <p:spPr>
          <a:xfrm>
            <a:off x="822960" y="3703320"/>
            <a:ext cx="7863840" cy="640080"/>
          </a:xfrm>
          <a:prstGeom prst="rect">
            <a:avLst/>
          </a:prstGeom>
          <a:noFill/>
          <a:ln/>
        </p:spPr>
        <p:txBody>
          <a:bodyPr wrap="square" rtlCol="0" anchor="ctr"/>
          <a:lstStyle/>
          <a:p>
            <a:pPr marL="0" indent="0">
              <a:buNone/>
            </a:pPr>
            <a:r>
              <a:rPr lang="en-US" sz="1400" i="1" dirty="0">
                <a:solidFill>
                  <a:srgbClr val="E7E4F5"/>
                </a:solidFill>
                <a:latin typeface="Calibri" pitchFamily="34" charset="0"/>
                <a:ea typeface="Calibri" pitchFamily="34" charset="-122"/>
                <a:cs typeface="Calibri" pitchFamily="34" charset="-120"/>
              </a:rPr>
              <a:t>Grouping 95,837 songs by audio DNA — danceability, energy, tempo, and mood — to reveal natural musical clusters.</a:t>
            </a:r>
            <a:endParaRPr lang="en-US" sz="1400" dirty="0"/>
          </a:p>
        </p:txBody>
      </p:sp>
      <p:sp>
        <p:nvSpPr>
          <p:cNvPr id="99" name="Text 97"/>
          <p:cNvSpPr/>
          <p:nvPr/>
        </p:nvSpPr>
        <p:spPr>
          <a:xfrm>
            <a:off x="822960" y="4434840"/>
            <a:ext cx="7863840" cy="365760"/>
          </a:xfrm>
          <a:prstGeom prst="rect">
            <a:avLst/>
          </a:prstGeom>
          <a:noFill/>
          <a:ln/>
        </p:spPr>
        <p:txBody>
          <a:bodyPr wrap="square" rtlCol="0" anchor="ctr"/>
          <a:lstStyle/>
          <a:p>
            <a:pPr marL="0" indent="0">
              <a:buNone/>
            </a:pPr>
            <a:r>
              <a:rPr lang="en-US" sz="1200" dirty="0">
                <a:solidFill>
                  <a:srgbClr val="A79FD1"/>
                </a:solidFill>
                <a:latin typeface="Calibri" pitchFamily="34" charset="0"/>
                <a:ea typeface="Calibri" pitchFamily="34" charset="-122"/>
                <a:cs typeface="Calibri" pitchFamily="34" charset="-120"/>
              </a:rPr>
              <a:t>Amazon Music Dataset  •  Presented by:  Janani</a:t>
            </a:r>
            <a:endParaRPr lang="en-US" sz="1200" dirty="0"/>
          </a:p>
        </p:txBody>
      </p:sp>
      <p:sp>
        <p:nvSpPr>
          <p:cNvPr id="100" name="Text 98"/>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3102B"/>
          </a:solidFill>
          <a:ln/>
        </p:spPr>
        <p:txBody>
          <a:bodyPr/>
          <a:lstStyle/>
          <a:p>
            <a:endParaRPr lang="en-IN"/>
          </a:p>
        </p:txBody>
      </p:sp>
      <p:sp>
        <p:nvSpPr>
          <p:cNvPr id="3" name="Shape 1"/>
          <p:cNvSpPr/>
          <p:nvPr/>
        </p:nvSpPr>
        <p:spPr>
          <a:xfrm>
            <a:off x="457200" y="5285193"/>
            <a:ext cx="146957" cy="859615"/>
          </a:xfrm>
          <a:prstGeom prst="rect">
            <a:avLst/>
          </a:prstGeom>
          <a:solidFill>
            <a:srgbClr val="3FE0D0">
              <a:alpha val="60000"/>
            </a:srgbClr>
          </a:solidFill>
          <a:ln/>
        </p:spPr>
        <p:txBody>
          <a:bodyPr/>
          <a:lstStyle/>
          <a:p>
            <a:endParaRPr lang="en-IN"/>
          </a:p>
        </p:txBody>
      </p:sp>
      <p:sp>
        <p:nvSpPr>
          <p:cNvPr id="4" name="Shape 2"/>
          <p:cNvSpPr/>
          <p:nvPr/>
        </p:nvSpPr>
        <p:spPr>
          <a:xfrm>
            <a:off x="692331" y="5457445"/>
            <a:ext cx="146957" cy="515110"/>
          </a:xfrm>
          <a:prstGeom prst="rect">
            <a:avLst/>
          </a:prstGeom>
          <a:solidFill>
            <a:srgbClr val="3FE0D0">
              <a:alpha val="60000"/>
            </a:srgbClr>
          </a:solidFill>
          <a:ln/>
        </p:spPr>
        <p:txBody>
          <a:bodyPr/>
          <a:lstStyle/>
          <a:p>
            <a:endParaRPr lang="en-IN"/>
          </a:p>
        </p:txBody>
      </p:sp>
      <p:sp>
        <p:nvSpPr>
          <p:cNvPr id="5" name="Shape 3"/>
          <p:cNvSpPr/>
          <p:nvPr/>
        </p:nvSpPr>
        <p:spPr>
          <a:xfrm>
            <a:off x="927463" y="5443653"/>
            <a:ext cx="146957" cy="542695"/>
          </a:xfrm>
          <a:prstGeom prst="rect">
            <a:avLst/>
          </a:prstGeom>
          <a:solidFill>
            <a:srgbClr val="3FE0D0">
              <a:alpha val="60000"/>
            </a:srgbClr>
          </a:solidFill>
          <a:ln/>
        </p:spPr>
        <p:txBody>
          <a:bodyPr/>
          <a:lstStyle/>
          <a:p>
            <a:endParaRPr lang="en-IN"/>
          </a:p>
        </p:txBody>
      </p:sp>
      <p:sp>
        <p:nvSpPr>
          <p:cNvPr id="6" name="Shape 4"/>
          <p:cNvSpPr/>
          <p:nvPr/>
        </p:nvSpPr>
        <p:spPr>
          <a:xfrm>
            <a:off x="1162594" y="5524911"/>
            <a:ext cx="146957" cy="380177"/>
          </a:xfrm>
          <a:prstGeom prst="rect">
            <a:avLst/>
          </a:prstGeom>
          <a:solidFill>
            <a:srgbClr val="3FE0D0">
              <a:alpha val="60000"/>
            </a:srgbClr>
          </a:solidFill>
          <a:ln/>
        </p:spPr>
        <p:txBody>
          <a:bodyPr/>
          <a:lstStyle/>
          <a:p>
            <a:endParaRPr lang="en-IN"/>
          </a:p>
        </p:txBody>
      </p:sp>
      <p:sp>
        <p:nvSpPr>
          <p:cNvPr id="7" name="Shape 5"/>
          <p:cNvSpPr/>
          <p:nvPr/>
        </p:nvSpPr>
        <p:spPr>
          <a:xfrm>
            <a:off x="1397726" y="5272765"/>
            <a:ext cx="146957" cy="884470"/>
          </a:xfrm>
          <a:prstGeom prst="rect">
            <a:avLst/>
          </a:prstGeom>
          <a:solidFill>
            <a:srgbClr val="3FE0D0">
              <a:alpha val="60000"/>
            </a:srgbClr>
          </a:solidFill>
          <a:ln/>
        </p:spPr>
        <p:txBody>
          <a:bodyPr/>
          <a:lstStyle/>
          <a:p>
            <a:endParaRPr lang="en-IN"/>
          </a:p>
        </p:txBody>
      </p:sp>
      <p:sp>
        <p:nvSpPr>
          <p:cNvPr id="8" name="Shape 6"/>
          <p:cNvSpPr/>
          <p:nvPr/>
        </p:nvSpPr>
        <p:spPr>
          <a:xfrm>
            <a:off x="1632857" y="5131415"/>
            <a:ext cx="146957" cy="1167170"/>
          </a:xfrm>
          <a:prstGeom prst="rect">
            <a:avLst/>
          </a:prstGeom>
          <a:solidFill>
            <a:srgbClr val="3FE0D0">
              <a:alpha val="60000"/>
            </a:srgbClr>
          </a:solidFill>
          <a:ln/>
        </p:spPr>
        <p:txBody>
          <a:bodyPr/>
          <a:lstStyle/>
          <a:p>
            <a:endParaRPr lang="en-IN"/>
          </a:p>
        </p:txBody>
      </p:sp>
      <p:sp>
        <p:nvSpPr>
          <p:cNvPr id="9" name="Shape 7"/>
          <p:cNvSpPr/>
          <p:nvPr/>
        </p:nvSpPr>
        <p:spPr>
          <a:xfrm>
            <a:off x="1867989" y="5424652"/>
            <a:ext cx="146957" cy="580696"/>
          </a:xfrm>
          <a:prstGeom prst="rect">
            <a:avLst/>
          </a:prstGeom>
          <a:solidFill>
            <a:srgbClr val="3FE0D0">
              <a:alpha val="60000"/>
            </a:srgbClr>
          </a:solidFill>
          <a:ln/>
        </p:spPr>
        <p:txBody>
          <a:bodyPr/>
          <a:lstStyle/>
          <a:p>
            <a:endParaRPr lang="en-IN"/>
          </a:p>
        </p:txBody>
      </p:sp>
      <p:sp>
        <p:nvSpPr>
          <p:cNvPr id="10" name="Shape 8"/>
          <p:cNvSpPr/>
          <p:nvPr/>
        </p:nvSpPr>
        <p:spPr>
          <a:xfrm>
            <a:off x="2103120" y="5421977"/>
            <a:ext cx="146957" cy="586046"/>
          </a:xfrm>
          <a:prstGeom prst="rect">
            <a:avLst/>
          </a:prstGeom>
          <a:solidFill>
            <a:srgbClr val="3FE0D0">
              <a:alpha val="60000"/>
            </a:srgbClr>
          </a:solidFill>
          <a:ln/>
        </p:spPr>
        <p:txBody>
          <a:bodyPr/>
          <a:lstStyle/>
          <a:p>
            <a:endParaRPr lang="en-IN"/>
          </a:p>
        </p:txBody>
      </p:sp>
      <p:sp>
        <p:nvSpPr>
          <p:cNvPr id="11" name="Shape 9"/>
          <p:cNvSpPr/>
          <p:nvPr/>
        </p:nvSpPr>
        <p:spPr>
          <a:xfrm>
            <a:off x="2338251" y="5427939"/>
            <a:ext cx="146957" cy="574123"/>
          </a:xfrm>
          <a:prstGeom prst="rect">
            <a:avLst/>
          </a:prstGeom>
          <a:solidFill>
            <a:srgbClr val="3FE0D0">
              <a:alpha val="60000"/>
            </a:srgbClr>
          </a:solidFill>
          <a:ln/>
        </p:spPr>
        <p:txBody>
          <a:bodyPr/>
          <a:lstStyle/>
          <a:p>
            <a:endParaRPr lang="en-IN"/>
          </a:p>
        </p:txBody>
      </p:sp>
      <p:sp>
        <p:nvSpPr>
          <p:cNvPr id="12" name="Shape 10"/>
          <p:cNvSpPr/>
          <p:nvPr/>
        </p:nvSpPr>
        <p:spPr>
          <a:xfrm>
            <a:off x="2573383" y="5407732"/>
            <a:ext cx="146957" cy="614535"/>
          </a:xfrm>
          <a:prstGeom prst="rect">
            <a:avLst/>
          </a:prstGeom>
          <a:solidFill>
            <a:srgbClr val="3FE0D0">
              <a:alpha val="60000"/>
            </a:srgbClr>
          </a:solidFill>
          <a:ln/>
        </p:spPr>
        <p:txBody>
          <a:bodyPr/>
          <a:lstStyle/>
          <a:p>
            <a:endParaRPr lang="en-IN"/>
          </a:p>
        </p:txBody>
      </p:sp>
      <p:sp>
        <p:nvSpPr>
          <p:cNvPr id="13" name="Shape 11"/>
          <p:cNvSpPr/>
          <p:nvPr/>
        </p:nvSpPr>
        <p:spPr>
          <a:xfrm>
            <a:off x="2808514" y="5245087"/>
            <a:ext cx="146957" cy="939826"/>
          </a:xfrm>
          <a:prstGeom prst="rect">
            <a:avLst/>
          </a:prstGeom>
          <a:solidFill>
            <a:srgbClr val="3FE0D0">
              <a:alpha val="60000"/>
            </a:srgbClr>
          </a:solidFill>
          <a:ln/>
        </p:spPr>
        <p:txBody>
          <a:bodyPr/>
          <a:lstStyle/>
          <a:p>
            <a:endParaRPr lang="en-IN"/>
          </a:p>
        </p:txBody>
      </p:sp>
      <p:sp>
        <p:nvSpPr>
          <p:cNvPr id="14" name="Shape 12"/>
          <p:cNvSpPr/>
          <p:nvPr/>
        </p:nvSpPr>
        <p:spPr>
          <a:xfrm>
            <a:off x="3043646" y="5341874"/>
            <a:ext cx="146957" cy="746253"/>
          </a:xfrm>
          <a:prstGeom prst="rect">
            <a:avLst/>
          </a:prstGeom>
          <a:solidFill>
            <a:srgbClr val="3FE0D0">
              <a:alpha val="60000"/>
            </a:srgbClr>
          </a:solidFill>
          <a:ln/>
        </p:spPr>
        <p:txBody>
          <a:bodyPr/>
          <a:lstStyle/>
          <a:p>
            <a:endParaRPr lang="en-IN"/>
          </a:p>
        </p:txBody>
      </p:sp>
      <p:sp>
        <p:nvSpPr>
          <p:cNvPr id="15" name="Shape 13"/>
          <p:cNvSpPr/>
          <p:nvPr/>
        </p:nvSpPr>
        <p:spPr>
          <a:xfrm>
            <a:off x="3278777" y="5379979"/>
            <a:ext cx="146957" cy="670042"/>
          </a:xfrm>
          <a:prstGeom prst="rect">
            <a:avLst/>
          </a:prstGeom>
          <a:solidFill>
            <a:srgbClr val="3FE0D0">
              <a:alpha val="60000"/>
            </a:srgbClr>
          </a:solidFill>
          <a:ln/>
        </p:spPr>
        <p:txBody>
          <a:bodyPr/>
          <a:lstStyle/>
          <a:p>
            <a:endParaRPr lang="en-IN"/>
          </a:p>
        </p:txBody>
      </p:sp>
      <p:sp>
        <p:nvSpPr>
          <p:cNvPr id="16" name="Shape 14"/>
          <p:cNvSpPr/>
          <p:nvPr/>
        </p:nvSpPr>
        <p:spPr>
          <a:xfrm>
            <a:off x="3513909" y="5181352"/>
            <a:ext cx="146957" cy="1067296"/>
          </a:xfrm>
          <a:prstGeom prst="rect">
            <a:avLst/>
          </a:prstGeom>
          <a:solidFill>
            <a:srgbClr val="3FE0D0">
              <a:alpha val="60000"/>
            </a:srgbClr>
          </a:solidFill>
          <a:ln/>
        </p:spPr>
        <p:txBody>
          <a:bodyPr/>
          <a:lstStyle/>
          <a:p>
            <a:endParaRPr lang="en-IN"/>
          </a:p>
        </p:txBody>
      </p:sp>
      <p:sp>
        <p:nvSpPr>
          <p:cNvPr id="17" name="Text 15"/>
          <p:cNvSpPr/>
          <p:nvPr/>
        </p:nvSpPr>
        <p:spPr>
          <a:xfrm>
            <a:off x="457200" y="822960"/>
            <a:ext cx="2743200" cy="365760"/>
          </a:xfrm>
          <a:prstGeom prst="rect">
            <a:avLst/>
          </a:prstGeom>
          <a:noFill/>
          <a:ln/>
        </p:spPr>
        <p:txBody>
          <a:bodyPr wrap="square" rtlCol="0" anchor="ctr"/>
          <a:lstStyle/>
          <a:p>
            <a:pPr marL="0" indent="0">
              <a:buNone/>
            </a:pPr>
            <a:r>
              <a:rPr lang="en-US" sz="1200" b="1" kern="0" spc="300" dirty="0">
                <a:solidFill>
                  <a:srgbClr val="FF9900"/>
                </a:solidFill>
                <a:latin typeface="Calibri" pitchFamily="34" charset="0"/>
                <a:ea typeface="Calibri" pitchFamily="34" charset="-122"/>
                <a:cs typeface="Calibri" pitchFamily="34" charset="-120"/>
              </a:rPr>
              <a:t>PROBLEM</a:t>
            </a:r>
            <a:endParaRPr lang="en-US" sz="1200" dirty="0"/>
          </a:p>
        </p:txBody>
      </p:sp>
      <p:sp>
        <p:nvSpPr>
          <p:cNvPr id="18" name="Text 16"/>
          <p:cNvSpPr/>
          <p:nvPr/>
        </p:nvSpPr>
        <p:spPr>
          <a:xfrm>
            <a:off x="457200" y="1188720"/>
            <a:ext cx="3291840" cy="9144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Statement</a:t>
            </a:r>
            <a:endParaRPr lang="en-US" sz="3000" dirty="0"/>
          </a:p>
        </p:txBody>
      </p:sp>
      <p:sp>
        <p:nvSpPr>
          <p:cNvPr id="19" name="Text 17"/>
          <p:cNvSpPr/>
          <p:nvPr/>
        </p:nvSpPr>
        <p:spPr>
          <a:xfrm>
            <a:off x="457200" y="2286000"/>
            <a:ext cx="3291840" cy="822960"/>
          </a:xfrm>
          <a:prstGeom prst="rect">
            <a:avLst/>
          </a:prstGeom>
          <a:noFill/>
          <a:ln/>
        </p:spPr>
        <p:txBody>
          <a:bodyPr wrap="square" rtlCol="0" anchor="ctr"/>
          <a:lstStyle/>
          <a:p>
            <a:pPr marL="0" indent="0">
              <a:buNone/>
            </a:pPr>
            <a:r>
              <a:rPr lang="en-US" sz="4600" b="1" dirty="0">
                <a:solidFill>
                  <a:srgbClr val="3FE0D0"/>
                </a:solidFill>
                <a:latin typeface="Cambria" pitchFamily="34" charset="0"/>
                <a:ea typeface="Cambria" pitchFamily="34" charset="-122"/>
                <a:cs typeface="Cambria" pitchFamily="34" charset="-120"/>
              </a:rPr>
              <a:t>95,837</a:t>
            </a:r>
            <a:endParaRPr lang="en-US" sz="4600" dirty="0"/>
          </a:p>
        </p:txBody>
      </p:sp>
      <p:sp>
        <p:nvSpPr>
          <p:cNvPr id="20" name="Text 18"/>
          <p:cNvSpPr/>
          <p:nvPr/>
        </p:nvSpPr>
        <p:spPr>
          <a:xfrm>
            <a:off x="457200" y="3063240"/>
            <a:ext cx="3291840" cy="548640"/>
          </a:xfrm>
          <a:prstGeom prst="rect">
            <a:avLst/>
          </a:prstGeom>
          <a:noFill/>
          <a:ln/>
        </p:spPr>
        <p:txBody>
          <a:bodyPr wrap="square" rtlCol="0" anchor="ctr"/>
          <a:lstStyle/>
          <a:p>
            <a:pPr marL="0" indent="0">
              <a:buNone/>
            </a:pPr>
            <a:r>
              <a:rPr lang="en-US" sz="1300" dirty="0">
                <a:solidFill>
                  <a:srgbClr val="A79FD1"/>
                </a:solidFill>
                <a:latin typeface="Calibri" pitchFamily="34" charset="0"/>
                <a:ea typeface="Calibri" pitchFamily="34" charset="-122"/>
                <a:cs typeface="Calibri" pitchFamily="34" charset="-120"/>
              </a:rPr>
              <a:t>songs — too many to sort by hand</a:t>
            </a:r>
            <a:endParaRPr lang="en-US" sz="1300" dirty="0"/>
          </a:p>
        </p:txBody>
      </p:sp>
      <p:sp>
        <p:nvSpPr>
          <p:cNvPr id="21" name="Shape 19"/>
          <p:cNvSpPr/>
          <p:nvPr/>
        </p:nvSpPr>
        <p:spPr>
          <a:xfrm>
            <a:off x="4846320" y="1188720"/>
            <a:ext cx="6583680" cy="1737360"/>
          </a:xfrm>
          <a:prstGeom prst="roundRect">
            <a:avLst>
              <a:gd name="adj" fmla="val 6316"/>
            </a:avLst>
          </a:prstGeom>
          <a:solidFill>
            <a:srgbClr val="231C4F"/>
          </a:solidFill>
          <a:ln/>
        </p:spPr>
        <p:txBody>
          <a:bodyPr/>
          <a:lstStyle/>
          <a:p>
            <a:endParaRPr lang="en-IN"/>
          </a:p>
        </p:txBody>
      </p:sp>
      <p:sp>
        <p:nvSpPr>
          <p:cNvPr id="22" name="Text 20"/>
          <p:cNvSpPr/>
          <p:nvPr/>
        </p:nvSpPr>
        <p:spPr>
          <a:xfrm>
            <a:off x="5212080" y="1417320"/>
            <a:ext cx="5852160" cy="365760"/>
          </a:xfrm>
          <a:prstGeom prst="rect">
            <a:avLst/>
          </a:prstGeom>
          <a:noFill/>
          <a:ln/>
        </p:spPr>
        <p:txBody>
          <a:bodyPr wrap="square" rtlCol="0" anchor="ctr"/>
          <a:lstStyle/>
          <a:p>
            <a:pPr marL="0" indent="0">
              <a:buNone/>
            </a:pPr>
            <a:r>
              <a:rPr lang="en-US" sz="1600" b="1" dirty="0">
                <a:solidFill>
                  <a:srgbClr val="FF9900"/>
                </a:solidFill>
                <a:latin typeface="Calibri" pitchFamily="34" charset="0"/>
                <a:ea typeface="Calibri" pitchFamily="34" charset="-122"/>
                <a:cs typeface="Calibri" pitchFamily="34" charset="-120"/>
              </a:rPr>
              <a:t>The Challenge</a:t>
            </a:r>
            <a:endParaRPr lang="en-US" sz="1600" dirty="0"/>
          </a:p>
        </p:txBody>
      </p:sp>
      <p:sp>
        <p:nvSpPr>
          <p:cNvPr id="23" name="Text 21"/>
          <p:cNvSpPr/>
          <p:nvPr/>
        </p:nvSpPr>
        <p:spPr>
          <a:xfrm>
            <a:off x="5212080" y="1828800"/>
            <a:ext cx="5852160" cy="1005840"/>
          </a:xfrm>
          <a:prstGeom prst="rect">
            <a:avLst/>
          </a:prstGeom>
          <a:noFill/>
          <a:ln/>
        </p:spPr>
        <p:txBody>
          <a:bodyPr wrap="square" rtlCol="0" anchor="ctr"/>
          <a:lstStyle/>
          <a:p>
            <a:pPr marL="0" indent="0">
              <a:lnSpc>
                <a:spcPct val="120000"/>
              </a:lnSpc>
              <a:buNone/>
            </a:pPr>
            <a:r>
              <a:rPr lang="en-US" sz="1400" dirty="0">
                <a:solidFill>
                  <a:srgbClr val="E7E4F5"/>
                </a:solidFill>
                <a:latin typeface="Calibri" pitchFamily="34" charset="0"/>
                <a:ea typeface="Calibri" pitchFamily="34" charset="-122"/>
                <a:cs typeface="Calibri" pitchFamily="34" charset="-120"/>
              </a:rPr>
              <a:t>Millions of songs make manual categorization impractical. Streaming catalogs grow faster than any team can tag them.</a:t>
            </a:r>
            <a:endParaRPr lang="en-US" sz="1400" dirty="0"/>
          </a:p>
        </p:txBody>
      </p:sp>
      <p:sp>
        <p:nvSpPr>
          <p:cNvPr id="24" name="Shape 22"/>
          <p:cNvSpPr/>
          <p:nvPr/>
        </p:nvSpPr>
        <p:spPr>
          <a:xfrm>
            <a:off x="4846320" y="3200400"/>
            <a:ext cx="6583680" cy="2103120"/>
          </a:xfrm>
          <a:prstGeom prst="roundRect">
            <a:avLst>
              <a:gd name="adj" fmla="val 5217"/>
            </a:avLst>
          </a:prstGeom>
          <a:solidFill>
            <a:srgbClr val="2C2560"/>
          </a:solidFill>
          <a:ln/>
        </p:spPr>
        <p:txBody>
          <a:bodyPr/>
          <a:lstStyle/>
          <a:p>
            <a:endParaRPr lang="en-IN"/>
          </a:p>
        </p:txBody>
      </p:sp>
      <p:sp>
        <p:nvSpPr>
          <p:cNvPr id="25" name="Text 23"/>
          <p:cNvSpPr/>
          <p:nvPr/>
        </p:nvSpPr>
        <p:spPr>
          <a:xfrm>
            <a:off x="5212080" y="3429000"/>
            <a:ext cx="5852160" cy="365760"/>
          </a:xfrm>
          <a:prstGeom prst="rect">
            <a:avLst/>
          </a:prstGeom>
          <a:noFill/>
          <a:ln/>
        </p:spPr>
        <p:txBody>
          <a:bodyPr wrap="square" rtlCol="0" anchor="ctr"/>
          <a:lstStyle/>
          <a:p>
            <a:pPr marL="0" indent="0">
              <a:buNone/>
            </a:pPr>
            <a:r>
              <a:rPr lang="en-US" sz="1600" b="1" dirty="0">
                <a:solidFill>
                  <a:srgbClr val="3FE0D0"/>
                </a:solidFill>
                <a:latin typeface="Calibri" pitchFamily="34" charset="0"/>
                <a:ea typeface="Calibri" pitchFamily="34" charset="-122"/>
                <a:cs typeface="Calibri" pitchFamily="34" charset="-120"/>
              </a:rPr>
              <a:t>The Approach</a:t>
            </a:r>
            <a:endParaRPr lang="en-US" sz="1600" dirty="0"/>
          </a:p>
        </p:txBody>
      </p:sp>
      <p:sp>
        <p:nvSpPr>
          <p:cNvPr id="26" name="Text 24"/>
          <p:cNvSpPr/>
          <p:nvPr/>
        </p:nvSpPr>
        <p:spPr>
          <a:xfrm>
            <a:off x="5212080" y="3840480"/>
            <a:ext cx="5852160" cy="1371600"/>
          </a:xfrm>
          <a:prstGeom prst="rect">
            <a:avLst/>
          </a:prstGeom>
          <a:noFill/>
          <a:ln/>
        </p:spPr>
        <p:txBody>
          <a:bodyPr wrap="square" rtlCol="0" anchor="ctr"/>
          <a:lstStyle/>
          <a:p>
            <a:pPr marL="0" indent="0">
              <a:lnSpc>
                <a:spcPct val="120000"/>
              </a:lnSpc>
              <a:buNone/>
            </a:pPr>
            <a:r>
              <a:rPr lang="en-US" sz="1400" dirty="0">
                <a:solidFill>
                  <a:srgbClr val="E7E4F5"/>
                </a:solidFill>
                <a:latin typeface="Calibri" pitchFamily="34" charset="0"/>
                <a:ea typeface="Calibri" pitchFamily="34" charset="-122"/>
                <a:cs typeface="Calibri" pitchFamily="34" charset="-120"/>
              </a:rPr>
              <a:t>Use unsupervised clustering to group similar songs automatically, based purely on their audio features — no manual labels required.</a:t>
            </a:r>
            <a:endParaRPr lang="en-US" sz="1400" dirty="0"/>
          </a:p>
        </p:txBody>
      </p:sp>
      <p:sp>
        <p:nvSpPr>
          <p:cNvPr id="27" name="Text 25"/>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02B"/>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3FE0D0"/>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Project Objectives</a:t>
            </a:r>
            <a:endParaRPr lang="en-US" sz="3200" dirty="0"/>
          </a:p>
        </p:txBody>
      </p:sp>
      <p:sp>
        <p:nvSpPr>
          <p:cNvPr id="4" name="Shape 2"/>
          <p:cNvSpPr/>
          <p:nvPr/>
        </p:nvSpPr>
        <p:spPr>
          <a:xfrm>
            <a:off x="548640" y="1691640"/>
            <a:ext cx="3566160" cy="2011680"/>
          </a:xfrm>
          <a:prstGeom prst="roundRect">
            <a:avLst>
              <a:gd name="adj" fmla="val 4545"/>
            </a:avLst>
          </a:prstGeom>
          <a:solidFill>
            <a:srgbClr val="231C4F"/>
          </a:solidFill>
          <a:ln/>
        </p:spPr>
        <p:txBody>
          <a:bodyPr/>
          <a:lstStyle/>
          <a:p>
            <a:endParaRPr lang="en-IN"/>
          </a:p>
        </p:txBody>
      </p:sp>
      <p:sp>
        <p:nvSpPr>
          <p:cNvPr id="5" name="Text 3"/>
          <p:cNvSpPr/>
          <p:nvPr/>
        </p:nvSpPr>
        <p:spPr>
          <a:xfrm>
            <a:off x="822960" y="1874520"/>
            <a:ext cx="1371600" cy="548640"/>
          </a:xfrm>
          <a:prstGeom prst="rect">
            <a:avLst/>
          </a:prstGeom>
          <a:noFill/>
          <a:ln/>
        </p:spPr>
        <p:txBody>
          <a:bodyPr wrap="square" rtlCol="0" anchor="ctr"/>
          <a:lstStyle/>
          <a:p>
            <a:pPr marL="0" indent="0">
              <a:buNone/>
            </a:pPr>
            <a:r>
              <a:rPr lang="en-US" sz="2600" b="1" dirty="0">
                <a:solidFill>
                  <a:srgbClr val="6E5AE0"/>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822960" y="2468880"/>
            <a:ext cx="30175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Explore Dataset</a:t>
            </a:r>
            <a:endParaRPr lang="en-US" sz="1600" dirty="0"/>
          </a:p>
        </p:txBody>
      </p:sp>
      <p:sp>
        <p:nvSpPr>
          <p:cNvPr id="7" name="Text 5"/>
          <p:cNvSpPr/>
          <p:nvPr/>
        </p:nvSpPr>
        <p:spPr>
          <a:xfrm>
            <a:off x="822960" y="2862072"/>
            <a:ext cx="3017520" cy="731520"/>
          </a:xfrm>
          <a:prstGeom prst="rect">
            <a:avLst/>
          </a:prstGeom>
          <a:noFill/>
          <a:ln/>
        </p:spPr>
        <p:txBody>
          <a:bodyPr wrap="square" rtlCol="0" anchor="ctr"/>
          <a:lstStyle/>
          <a:p>
            <a:pPr marL="0" indent="0">
              <a:lnSpc>
                <a:spcPct val="115000"/>
              </a:lnSpc>
              <a:buNone/>
            </a:pPr>
            <a:r>
              <a:rPr lang="en-US" sz="1150" dirty="0">
                <a:solidFill>
                  <a:srgbClr val="A79FD1"/>
                </a:solidFill>
                <a:latin typeface="Calibri" pitchFamily="34" charset="0"/>
                <a:ea typeface="Calibri" pitchFamily="34" charset="-122"/>
                <a:cs typeface="Calibri" pitchFamily="34" charset="-120"/>
              </a:rPr>
              <a:t>Understand structure, features, and scale of the data</a:t>
            </a:r>
            <a:endParaRPr lang="en-US" sz="1150" dirty="0"/>
          </a:p>
        </p:txBody>
      </p:sp>
      <p:sp>
        <p:nvSpPr>
          <p:cNvPr id="8" name="Shape 6"/>
          <p:cNvSpPr/>
          <p:nvPr/>
        </p:nvSpPr>
        <p:spPr>
          <a:xfrm>
            <a:off x="4343400" y="1691640"/>
            <a:ext cx="3566160" cy="2011680"/>
          </a:xfrm>
          <a:prstGeom prst="roundRect">
            <a:avLst>
              <a:gd name="adj" fmla="val 4545"/>
            </a:avLst>
          </a:prstGeom>
          <a:solidFill>
            <a:srgbClr val="231C4F"/>
          </a:solidFill>
          <a:ln/>
        </p:spPr>
        <p:txBody>
          <a:bodyPr/>
          <a:lstStyle/>
          <a:p>
            <a:endParaRPr lang="en-IN"/>
          </a:p>
        </p:txBody>
      </p:sp>
      <p:sp>
        <p:nvSpPr>
          <p:cNvPr id="9" name="Text 7"/>
          <p:cNvSpPr/>
          <p:nvPr/>
        </p:nvSpPr>
        <p:spPr>
          <a:xfrm>
            <a:off x="4617720" y="1874520"/>
            <a:ext cx="1371600" cy="548640"/>
          </a:xfrm>
          <a:prstGeom prst="rect">
            <a:avLst/>
          </a:prstGeom>
          <a:noFill/>
          <a:ln/>
        </p:spPr>
        <p:txBody>
          <a:bodyPr wrap="square" rtlCol="0" anchor="ctr"/>
          <a:lstStyle/>
          <a:p>
            <a:pPr marL="0" indent="0">
              <a:buNone/>
            </a:pPr>
            <a:r>
              <a:rPr lang="en-US" sz="2600" b="1" dirty="0">
                <a:solidFill>
                  <a:srgbClr val="6E5AE0"/>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4617720" y="2468880"/>
            <a:ext cx="30175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Preprocess</a:t>
            </a:r>
            <a:endParaRPr lang="en-US" sz="1600" dirty="0"/>
          </a:p>
        </p:txBody>
      </p:sp>
      <p:sp>
        <p:nvSpPr>
          <p:cNvPr id="11" name="Text 9"/>
          <p:cNvSpPr/>
          <p:nvPr/>
        </p:nvSpPr>
        <p:spPr>
          <a:xfrm>
            <a:off x="4617720" y="2862072"/>
            <a:ext cx="3017520" cy="731520"/>
          </a:xfrm>
          <a:prstGeom prst="rect">
            <a:avLst/>
          </a:prstGeom>
          <a:noFill/>
          <a:ln/>
        </p:spPr>
        <p:txBody>
          <a:bodyPr wrap="square" rtlCol="0" anchor="ctr"/>
          <a:lstStyle/>
          <a:p>
            <a:pPr marL="0" indent="0">
              <a:lnSpc>
                <a:spcPct val="115000"/>
              </a:lnSpc>
              <a:buNone/>
            </a:pPr>
            <a:r>
              <a:rPr lang="en-US" sz="1150" dirty="0">
                <a:solidFill>
                  <a:srgbClr val="A79FD1"/>
                </a:solidFill>
                <a:latin typeface="Calibri" pitchFamily="34" charset="0"/>
                <a:ea typeface="Calibri" pitchFamily="34" charset="-122"/>
                <a:cs typeface="Calibri" pitchFamily="34" charset="-120"/>
              </a:rPr>
              <a:t>Clean missing values, duplicates, and check correlations</a:t>
            </a:r>
            <a:endParaRPr lang="en-US" sz="1150" dirty="0"/>
          </a:p>
        </p:txBody>
      </p:sp>
      <p:sp>
        <p:nvSpPr>
          <p:cNvPr id="12" name="Shape 10"/>
          <p:cNvSpPr/>
          <p:nvPr/>
        </p:nvSpPr>
        <p:spPr>
          <a:xfrm>
            <a:off x="8138160" y="1691640"/>
            <a:ext cx="3566160" cy="2011680"/>
          </a:xfrm>
          <a:prstGeom prst="roundRect">
            <a:avLst>
              <a:gd name="adj" fmla="val 4545"/>
            </a:avLst>
          </a:prstGeom>
          <a:solidFill>
            <a:srgbClr val="231C4F"/>
          </a:solidFill>
          <a:ln/>
        </p:spPr>
        <p:txBody>
          <a:bodyPr/>
          <a:lstStyle/>
          <a:p>
            <a:endParaRPr lang="en-IN"/>
          </a:p>
        </p:txBody>
      </p:sp>
      <p:sp>
        <p:nvSpPr>
          <p:cNvPr id="13" name="Text 11"/>
          <p:cNvSpPr/>
          <p:nvPr/>
        </p:nvSpPr>
        <p:spPr>
          <a:xfrm>
            <a:off x="8412480" y="1874520"/>
            <a:ext cx="1371600" cy="548640"/>
          </a:xfrm>
          <a:prstGeom prst="rect">
            <a:avLst/>
          </a:prstGeom>
          <a:noFill/>
          <a:ln/>
        </p:spPr>
        <p:txBody>
          <a:bodyPr wrap="square" rtlCol="0" anchor="ctr"/>
          <a:lstStyle/>
          <a:p>
            <a:pPr marL="0" indent="0">
              <a:buNone/>
            </a:pPr>
            <a:r>
              <a:rPr lang="en-US" sz="2600" b="1" dirty="0">
                <a:solidFill>
                  <a:srgbClr val="6E5AE0"/>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8412480" y="2468880"/>
            <a:ext cx="30175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K-Means</a:t>
            </a:r>
            <a:endParaRPr lang="en-US" sz="1600" dirty="0"/>
          </a:p>
        </p:txBody>
      </p:sp>
      <p:sp>
        <p:nvSpPr>
          <p:cNvPr id="15" name="Text 13"/>
          <p:cNvSpPr/>
          <p:nvPr/>
        </p:nvSpPr>
        <p:spPr>
          <a:xfrm>
            <a:off x="8412480" y="2862072"/>
            <a:ext cx="3017520" cy="731520"/>
          </a:xfrm>
          <a:prstGeom prst="rect">
            <a:avLst/>
          </a:prstGeom>
          <a:noFill/>
          <a:ln/>
        </p:spPr>
        <p:txBody>
          <a:bodyPr wrap="square" rtlCol="0" anchor="ctr"/>
          <a:lstStyle/>
          <a:p>
            <a:pPr marL="0" indent="0">
              <a:lnSpc>
                <a:spcPct val="115000"/>
              </a:lnSpc>
              <a:buNone/>
            </a:pPr>
            <a:r>
              <a:rPr lang="en-US" sz="1150" dirty="0">
                <a:solidFill>
                  <a:srgbClr val="A79FD1"/>
                </a:solidFill>
                <a:latin typeface="Calibri" pitchFamily="34" charset="0"/>
                <a:ea typeface="Calibri" pitchFamily="34" charset="-122"/>
                <a:cs typeface="Calibri" pitchFamily="34" charset="-120"/>
              </a:rPr>
              <a:t>Partition songs into optimal clusters</a:t>
            </a:r>
            <a:endParaRPr lang="en-US" sz="1150" dirty="0"/>
          </a:p>
        </p:txBody>
      </p:sp>
      <p:sp>
        <p:nvSpPr>
          <p:cNvPr id="16" name="Shape 14"/>
          <p:cNvSpPr/>
          <p:nvPr/>
        </p:nvSpPr>
        <p:spPr>
          <a:xfrm>
            <a:off x="548640" y="3977640"/>
            <a:ext cx="3566160" cy="2011680"/>
          </a:xfrm>
          <a:prstGeom prst="roundRect">
            <a:avLst>
              <a:gd name="adj" fmla="val 4545"/>
            </a:avLst>
          </a:prstGeom>
          <a:solidFill>
            <a:srgbClr val="231C4F"/>
          </a:solidFill>
          <a:ln/>
        </p:spPr>
        <p:txBody>
          <a:bodyPr/>
          <a:lstStyle/>
          <a:p>
            <a:endParaRPr lang="en-IN"/>
          </a:p>
        </p:txBody>
      </p:sp>
      <p:sp>
        <p:nvSpPr>
          <p:cNvPr id="17" name="Text 15"/>
          <p:cNvSpPr/>
          <p:nvPr/>
        </p:nvSpPr>
        <p:spPr>
          <a:xfrm>
            <a:off x="822960" y="4160520"/>
            <a:ext cx="1371600" cy="548640"/>
          </a:xfrm>
          <a:prstGeom prst="rect">
            <a:avLst/>
          </a:prstGeom>
          <a:noFill/>
          <a:ln/>
        </p:spPr>
        <p:txBody>
          <a:bodyPr wrap="square" rtlCol="0" anchor="ctr"/>
          <a:lstStyle/>
          <a:p>
            <a:pPr marL="0" indent="0">
              <a:buNone/>
            </a:pPr>
            <a:r>
              <a:rPr lang="en-US" sz="2600" b="1" dirty="0">
                <a:solidFill>
                  <a:srgbClr val="6E5AE0"/>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822960" y="4754880"/>
            <a:ext cx="30175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DBSCAN</a:t>
            </a:r>
            <a:endParaRPr lang="en-US" sz="1600" dirty="0"/>
          </a:p>
        </p:txBody>
      </p:sp>
      <p:sp>
        <p:nvSpPr>
          <p:cNvPr id="19" name="Text 17"/>
          <p:cNvSpPr/>
          <p:nvPr/>
        </p:nvSpPr>
        <p:spPr>
          <a:xfrm>
            <a:off x="822960" y="5148072"/>
            <a:ext cx="3017520" cy="731520"/>
          </a:xfrm>
          <a:prstGeom prst="rect">
            <a:avLst/>
          </a:prstGeom>
          <a:noFill/>
          <a:ln/>
        </p:spPr>
        <p:txBody>
          <a:bodyPr wrap="square" rtlCol="0" anchor="ctr"/>
          <a:lstStyle/>
          <a:p>
            <a:pPr marL="0" indent="0">
              <a:lnSpc>
                <a:spcPct val="115000"/>
              </a:lnSpc>
              <a:buNone/>
            </a:pPr>
            <a:r>
              <a:rPr lang="en-US" sz="1150" dirty="0">
                <a:solidFill>
                  <a:srgbClr val="A79FD1"/>
                </a:solidFill>
                <a:latin typeface="Calibri" pitchFamily="34" charset="0"/>
                <a:ea typeface="Calibri" pitchFamily="34" charset="-122"/>
                <a:cs typeface="Calibri" pitchFamily="34" charset="-120"/>
              </a:rPr>
              <a:t>Compare with density-based clustering</a:t>
            </a:r>
            <a:endParaRPr lang="en-US" sz="1150" dirty="0"/>
          </a:p>
        </p:txBody>
      </p:sp>
      <p:sp>
        <p:nvSpPr>
          <p:cNvPr id="20" name="Shape 18"/>
          <p:cNvSpPr/>
          <p:nvPr/>
        </p:nvSpPr>
        <p:spPr>
          <a:xfrm>
            <a:off x="4343400" y="3977640"/>
            <a:ext cx="3566160" cy="2011680"/>
          </a:xfrm>
          <a:prstGeom prst="roundRect">
            <a:avLst>
              <a:gd name="adj" fmla="val 4545"/>
            </a:avLst>
          </a:prstGeom>
          <a:solidFill>
            <a:srgbClr val="231C4F"/>
          </a:solidFill>
          <a:ln/>
        </p:spPr>
        <p:txBody>
          <a:bodyPr/>
          <a:lstStyle/>
          <a:p>
            <a:endParaRPr lang="en-IN"/>
          </a:p>
        </p:txBody>
      </p:sp>
      <p:sp>
        <p:nvSpPr>
          <p:cNvPr id="21" name="Text 19"/>
          <p:cNvSpPr/>
          <p:nvPr/>
        </p:nvSpPr>
        <p:spPr>
          <a:xfrm>
            <a:off x="4617720" y="4160520"/>
            <a:ext cx="1371600" cy="548640"/>
          </a:xfrm>
          <a:prstGeom prst="rect">
            <a:avLst/>
          </a:prstGeom>
          <a:noFill/>
          <a:ln/>
        </p:spPr>
        <p:txBody>
          <a:bodyPr wrap="square" rtlCol="0" anchor="ctr"/>
          <a:lstStyle/>
          <a:p>
            <a:pPr marL="0" indent="0">
              <a:buNone/>
            </a:pPr>
            <a:r>
              <a:rPr lang="en-US" sz="2600" b="1" dirty="0">
                <a:solidFill>
                  <a:srgbClr val="6E5AE0"/>
                </a:solidFill>
                <a:latin typeface="Cambria" pitchFamily="34" charset="0"/>
                <a:ea typeface="Cambria" pitchFamily="34" charset="-122"/>
                <a:cs typeface="Cambria" pitchFamily="34" charset="-120"/>
              </a:rPr>
              <a:t>05</a:t>
            </a:r>
            <a:endParaRPr lang="en-US" sz="2600" dirty="0"/>
          </a:p>
        </p:txBody>
      </p:sp>
      <p:sp>
        <p:nvSpPr>
          <p:cNvPr id="22" name="Text 20"/>
          <p:cNvSpPr/>
          <p:nvPr/>
        </p:nvSpPr>
        <p:spPr>
          <a:xfrm>
            <a:off x="4617720" y="4754880"/>
            <a:ext cx="30175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p>
        </p:txBody>
      </p:sp>
      <p:sp>
        <p:nvSpPr>
          <p:cNvPr id="23" name="Text 21"/>
          <p:cNvSpPr/>
          <p:nvPr/>
        </p:nvSpPr>
        <p:spPr>
          <a:xfrm>
            <a:off x="4617720" y="5148072"/>
            <a:ext cx="3017520" cy="731520"/>
          </a:xfrm>
          <a:prstGeom prst="rect">
            <a:avLst/>
          </a:prstGeom>
          <a:noFill/>
          <a:ln/>
        </p:spPr>
        <p:txBody>
          <a:bodyPr wrap="square" rtlCol="0" anchor="ctr"/>
          <a:lstStyle/>
          <a:p>
            <a:pPr marL="0" indent="0">
              <a:lnSpc>
                <a:spcPct val="115000"/>
              </a:lnSpc>
              <a:buNone/>
            </a:pPr>
            <a:r>
              <a:rPr lang="en-US" sz="1150" dirty="0">
                <a:solidFill>
                  <a:srgbClr val="A79FD1"/>
                </a:solidFill>
                <a:latin typeface="Calibri" pitchFamily="34" charset="0"/>
                <a:ea typeface="Calibri" pitchFamily="34" charset="-122"/>
                <a:cs typeface="Calibri" pitchFamily="34" charset="-120"/>
              </a:rPr>
              <a:t>Score clusters with Silhouette &amp; Davies-Bouldin</a:t>
            </a:r>
            <a:endParaRPr lang="en-US" sz="1150" dirty="0"/>
          </a:p>
        </p:txBody>
      </p:sp>
      <p:sp>
        <p:nvSpPr>
          <p:cNvPr id="24" name="Shape 22"/>
          <p:cNvSpPr/>
          <p:nvPr/>
        </p:nvSpPr>
        <p:spPr>
          <a:xfrm>
            <a:off x="8138160" y="3977640"/>
            <a:ext cx="3566160" cy="2011680"/>
          </a:xfrm>
          <a:prstGeom prst="roundRect">
            <a:avLst>
              <a:gd name="adj" fmla="val 4545"/>
            </a:avLst>
          </a:prstGeom>
          <a:solidFill>
            <a:srgbClr val="231C4F"/>
          </a:solidFill>
          <a:ln/>
        </p:spPr>
        <p:txBody>
          <a:bodyPr/>
          <a:lstStyle/>
          <a:p>
            <a:endParaRPr lang="en-IN"/>
          </a:p>
        </p:txBody>
      </p:sp>
      <p:sp>
        <p:nvSpPr>
          <p:cNvPr id="25" name="Text 23"/>
          <p:cNvSpPr/>
          <p:nvPr/>
        </p:nvSpPr>
        <p:spPr>
          <a:xfrm>
            <a:off x="8412480" y="4160520"/>
            <a:ext cx="1371600" cy="548640"/>
          </a:xfrm>
          <a:prstGeom prst="rect">
            <a:avLst/>
          </a:prstGeom>
          <a:noFill/>
          <a:ln/>
        </p:spPr>
        <p:txBody>
          <a:bodyPr wrap="square" rtlCol="0" anchor="ctr"/>
          <a:lstStyle/>
          <a:p>
            <a:pPr marL="0" indent="0">
              <a:buNone/>
            </a:pPr>
            <a:r>
              <a:rPr lang="en-US" sz="2600" b="1" dirty="0">
                <a:solidFill>
                  <a:srgbClr val="6E5AE0"/>
                </a:solidFill>
                <a:latin typeface="Cambria" pitchFamily="34" charset="0"/>
                <a:ea typeface="Cambria" pitchFamily="34" charset="-122"/>
                <a:cs typeface="Cambria" pitchFamily="34" charset="-120"/>
              </a:rPr>
              <a:t>06</a:t>
            </a:r>
            <a:endParaRPr lang="en-US" sz="2600" dirty="0"/>
          </a:p>
        </p:txBody>
      </p:sp>
      <p:sp>
        <p:nvSpPr>
          <p:cNvPr id="26" name="Text 24"/>
          <p:cNvSpPr/>
          <p:nvPr/>
        </p:nvSpPr>
        <p:spPr>
          <a:xfrm>
            <a:off x="8412480" y="4754880"/>
            <a:ext cx="30175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Visualization</a:t>
            </a:r>
            <a:endParaRPr lang="en-US" sz="1600" dirty="0"/>
          </a:p>
        </p:txBody>
      </p:sp>
      <p:sp>
        <p:nvSpPr>
          <p:cNvPr id="27" name="Text 25"/>
          <p:cNvSpPr/>
          <p:nvPr/>
        </p:nvSpPr>
        <p:spPr>
          <a:xfrm>
            <a:off x="8412480" y="5148072"/>
            <a:ext cx="3017520" cy="731520"/>
          </a:xfrm>
          <a:prstGeom prst="rect">
            <a:avLst/>
          </a:prstGeom>
          <a:noFill/>
          <a:ln/>
        </p:spPr>
        <p:txBody>
          <a:bodyPr wrap="square" rtlCol="0" anchor="ctr"/>
          <a:lstStyle/>
          <a:p>
            <a:pPr marL="0" indent="0">
              <a:lnSpc>
                <a:spcPct val="115000"/>
              </a:lnSpc>
              <a:buNone/>
            </a:pPr>
            <a:r>
              <a:rPr lang="en-US" sz="1150" dirty="0">
                <a:solidFill>
                  <a:srgbClr val="A79FD1"/>
                </a:solidFill>
                <a:latin typeface="Calibri" pitchFamily="34" charset="0"/>
                <a:ea typeface="Calibri" pitchFamily="34" charset="-122"/>
                <a:cs typeface="Calibri" pitchFamily="34" charset="-120"/>
              </a:rPr>
              <a:t>Interpret and present the results</a:t>
            </a:r>
            <a:endParaRPr lang="en-US" sz="1150" dirty="0"/>
          </a:p>
        </p:txBody>
      </p:sp>
      <p:sp>
        <p:nvSpPr>
          <p:cNvPr id="28" name="Text 26"/>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102B"/>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3FE0D0"/>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Dataset Overview</a:t>
            </a:r>
            <a:endParaRPr lang="en-US" sz="3200" dirty="0"/>
          </a:p>
        </p:txBody>
      </p:sp>
      <p:sp>
        <p:nvSpPr>
          <p:cNvPr id="4" name="Shape 2"/>
          <p:cNvSpPr/>
          <p:nvPr/>
        </p:nvSpPr>
        <p:spPr>
          <a:xfrm>
            <a:off x="548640" y="1691640"/>
            <a:ext cx="3291840" cy="4480560"/>
          </a:xfrm>
          <a:prstGeom prst="roundRect">
            <a:avLst>
              <a:gd name="adj" fmla="val 3333"/>
            </a:avLst>
          </a:prstGeom>
          <a:solidFill>
            <a:srgbClr val="6E5AE0"/>
          </a:solidFill>
          <a:ln/>
        </p:spPr>
        <p:txBody>
          <a:bodyPr/>
          <a:lstStyle/>
          <a:p>
            <a:endParaRPr lang="en-IN"/>
          </a:p>
        </p:txBody>
      </p:sp>
      <p:sp>
        <p:nvSpPr>
          <p:cNvPr id="5" name="Text 3"/>
          <p:cNvSpPr/>
          <p:nvPr/>
        </p:nvSpPr>
        <p:spPr>
          <a:xfrm>
            <a:off x="548640" y="2651760"/>
            <a:ext cx="3291840" cy="914400"/>
          </a:xfrm>
          <a:prstGeom prst="rect">
            <a:avLst/>
          </a:prstGeom>
          <a:noFill/>
          <a:ln/>
        </p:spPr>
        <p:txBody>
          <a:bodyPr wrap="square"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95,837</a:t>
            </a:r>
            <a:endParaRPr lang="en-US" sz="4200" dirty="0"/>
          </a:p>
        </p:txBody>
      </p:sp>
      <p:sp>
        <p:nvSpPr>
          <p:cNvPr id="6" name="Text 4"/>
          <p:cNvSpPr/>
          <p:nvPr/>
        </p:nvSpPr>
        <p:spPr>
          <a:xfrm>
            <a:off x="548640" y="3429000"/>
            <a:ext cx="3291840" cy="365760"/>
          </a:xfrm>
          <a:prstGeom prst="rect">
            <a:avLst/>
          </a:prstGeom>
          <a:noFill/>
          <a:ln/>
        </p:spPr>
        <p:txBody>
          <a:bodyPr wrap="square" rtlCol="0" anchor="ctr"/>
          <a:lstStyle/>
          <a:p>
            <a:pPr marL="0" indent="0" algn="ctr">
              <a:buNone/>
            </a:pPr>
            <a:r>
              <a:rPr lang="en-US" sz="1400" kern="0" spc="300" dirty="0">
                <a:solidFill>
                  <a:srgbClr val="FFFFFF"/>
                </a:solidFill>
                <a:latin typeface="Calibri" pitchFamily="34" charset="0"/>
                <a:ea typeface="Calibri" pitchFamily="34" charset="-122"/>
                <a:cs typeface="Calibri" pitchFamily="34" charset="-120"/>
              </a:rPr>
              <a:t>SONGS</a:t>
            </a:r>
            <a:endParaRPr lang="en-US" sz="1400" dirty="0"/>
          </a:p>
        </p:txBody>
      </p:sp>
      <p:sp>
        <p:nvSpPr>
          <p:cNvPr id="7" name="Shape 5"/>
          <p:cNvSpPr/>
          <p:nvPr/>
        </p:nvSpPr>
        <p:spPr>
          <a:xfrm>
            <a:off x="868680" y="4620769"/>
            <a:ext cx="92075" cy="633982"/>
          </a:xfrm>
          <a:prstGeom prst="rect">
            <a:avLst/>
          </a:prstGeom>
          <a:solidFill>
            <a:srgbClr val="FFFFFF">
              <a:alpha val="55000"/>
            </a:srgbClr>
          </a:solidFill>
          <a:ln/>
        </p:spPr>
        <p:txBody>
          <a:bodyPr/>
          <a:lstStyle/>
          <a:p>
            <a:endParaRPr lang="en-IN"/>
          </a:p>
        </p:txBody>
      </p:sp>
      <p:sp>
        <p:nvSpPr>
          <p:cNvPr id="8" name="Shape 6"/>
          <p:cNvSpPr/>
          <p:nvPr/>
        </p:nvSpPr>
        <p:spPr>
          <a:xfrm>
            <a:off x="1016000" y="4603794"/>
            <a:ext cx="92075" cy="667932"/>
          </a:xfrm>
          <a:prstGeom prst="rect">
            <a:avLst/>
          </a:prstGeom>
          <a:solidFill>
            <a:srgbClr val="FFFFFF">
              <a:alpha val="55000"/>
            </a:srgbClr>
          </a:solidFill>
          <a:ln/>
        </p:spPr>
        <p:txBody>
          <a:bodyPr/>
          <a:lstStyle/>
          <a:p>
            <a:endParaRPr lang="en-IN"/>
          </a:p>
        </p:txBody>
      </p:sp>
      <p:sp>
        <p:nvSpPr>
          <p:cNvPr id="9" name="Shape 7"/>
          <p:cNvSpPr/>
          <p:nvPr/>
        </p:nvSpPr>
        <p:spPr>
          <a:xfrm>
            <a:off x="1163320" y="4703805"/>
            <a:ext cx="92075" cy="467911"/>
          </a:xfrm>
          <a:prstGeom prst="rect">
            <a:avLst/>
          </a:prstGeom>
          <a:solidFill>
            <a:srgbClr val="FFFFFF">
              <a:alpha val="55000"/>
            </a:srgbClr>
          </a:solidFill>
          <a:ln/>
        </p:spPr>
        <p:txBody>
          <a:bodyPr/>
          <a:lstStyle/>
          <a:p>
            <a:endParaRPr lang="en-IN"/>
          </a:p>
        </p:txBody>
      </p:sp>
      <p:sp>
        <p:nvSpPr>
          <p:cNvPr id="10" name="Shape 8"/>
          <p:cNvSpPr/>
          <p:nvPr/>
        </p:nvSpPr>
        <p:spPr>
          <a:xfrm>
            <a:off x="1310640" y="4393471"/>
            <a:ext cx="92075" cy="1088579"/>
          </a:xfrm>
          <a:prstGeom prst="rect">
            <a:avLst/>
          </a:prstGeom>
          <a:solidFill>
            <a:srgbClr val="FFFFFF">
              <a:alpha val="55000"/>
            </a:srgbClr>
          </a:solidFill>
          <a:ln/>
        </p:spPr>
        <p:txBody>
          <a:bodyPr/>
          <a:lstStyle/>
          <a:p>
            <a:endParaRPr lang="en-IN"/>
          </a:p>
        </p:txBody>
      </p:sp>
      <p:sp>
        <p:nvSpPr>
          <p:cNvPr id="11" name="Shape 9"/>
          <p:cNvSpPr/>
          <p:nvPr/>
        </p:nvSpPr>
        <p:spPr>
          <a:xfrm>
            <a:off x="1457960" y="4219501"/>
            <a:ext cx="92075" cy="1436517"/>
          </a:xfrm>
          <a:prstGeom prst="rect">
            <a:avLst/>
          </a:prstGeom>
          <a:solidFill>
            <a:srgbClr val="FFFFFF">
              <a:alpha val="55000"/>
            </a:srgbClr>
          </a:solidFill>
          <a:ln/>
        </p:spPr>
        <p:txBody>
          <a:bodyPr/>
          <a:lstStyle/>
          <a:p>
            <a:endParaRPr lang="en-IN"/>
          </a:p>
        </p:txBody>
      </p:sp>
      <p:sp>
        <p:nvSpPr>
          <p:cNvPr id="12" name="Shape 10"/>
          <p:cNvSpPr/>
          <p:nvPr/>
        </p:nvSpPr>
        <p:spPr>
          <a:xfrm>
            <a:off x="1605280" y="4580409"/>
            <a:ext cx="92075" cy="714702"/>
          </a:xfrm>
          <a:prstGeom prst="rect">
            <a:avLst/>
          </a:prstGeom>
          <a:solidFill>
            <a:srgbClr val="FFFFFF">
              <a:alpha val="55000"/>
            </a:srgbClr>
          </a:solidFill>
          <a:ln/>
        </p:spPr>
        <p:txBody>
          <a:bodyPr/>
          <a:lstStyle/>
          <a:p>
            <a:endParaRPr lang="en-IN"/>
          </a:p>
        </p:txBody>
      </p:sp>
      <p:sp>
        <p:nvSpPr>
          <p:cNvPr id="13" name="Shape 11"/>
          <p:cNvSpPr/>
          <p:nvPr/>
        </p:nvSpPr>
        <p:spPr>
          <a:xfrm>
            <a:off x="1752600" y="4577116"/>
            <a:ext cx="92075" cy="721288"/>
          </a:xfrm>
          <a:prstGeom prst="rect">
            <a:avLst/>
          </a:prstGeom>
          <a:solidFill>
            <a:srgbClr val="FFFFFF">
              <a:alpha val="55000"/>
            </a:srgbClr>
          </a:solidFill>
          <a:ln/>
        </p:spPr>
        <p:txBody>
          <a:bodyPr/>
          <a:lstStyle/>
          <a:p>
            <a:endParaRPr lang="en-IN"/>
          </a:p>
        </p:txBody>
      </p:sp>
      <p:sp>
        <p:nvSpPr>
          <p:cNvPr id="14" name="Shape 12"/>
          <p:cNvSpPr/>
          <p:nvPr/>
        </p:nvSpPr>
        <p:spPr>
          <a:xfrm>
            <a:off x="1899920" y="4584454"/>
            <a:ext cx="92075" cy="706612"/>
          </a:xfrm>
          <a:prstGeom prst="rect">
            <a:avLst/>
          </a:prstGeom>
          <a:solidFill>
            <a:srgbClr val="FFFFFF">
              <a:alpha val="55000"/>
            </a:srgbClr>
          </a:solidFill>
          <a:ln/>
        </p:spPr>
        <p:txBody>
          <a:bodyPr/>
          <a:lstStyle/>
          <a:p>
            <a:endParaRPr lang="en-IN"/>
          </a:p>
        </p:txBody>
      </p:sp>
      <p:sp>
        <p:nvSpPr>
          <p:cNvPr id="15" name="Shape 13"/>
          <p:cNvSpPr/>
          <p:nvPr/>
        </p:nvSpPr>
        <p:spPr>
          <a:xfrm>
            <a:off x="2047240" y="4559585"/>
            <a:ext cx="92075" cy="756351"/>
          </a:xfrm>
          <a:prstGeom prst="rect">
            <a:avLst/>
          </a:prstGeom>
          <a:solidFill>
            <a:srgbClr val="FFFFFF">
              <a:alpha val="55000"/>
            </a:srgbClr>
          </a:solidFill>
          <a:ln/>
        </p:spPr>
        <p:txBody>
          <a:bodyPr/>
          <a:lstStyle/>
          <a:p>
            <a:endParaRPr lang="en-IN"/>
          </a:p>
        </p:txBody>
      </p:sp>
      <p:sp>
        <p:nvSpPr>
          <p:cNvPr id="16" name="Shape 14"/>
          <p:cNvSpPr/>
          <p:nvPr/>
        </p:nvSpPr>
        <p:spPr>
          <a:xfrm>
            <a:off x="2194560" y="4359406"/>
            <a:ext cx="92075" cy="1156709"/>
          </a:xfrm>
          <a:prstGeom prst="rect">
            <a:avLst/>
          </a:prstGeom>
          <a:solidFill>
            <a:srgbClr val="FFFFFF">
              <a:alpha val="55000"/>
            </a:srgbClr>
          </a:solidFill>
          <a:ln/>
        </p:spPr>
        <p:txBody>
          <a:bodyPr/>
          <a:lstStyle/>
          <a:p>
            <a:endParaRPr lang="en-IN"/>
          </a:p>
        </p:txBody>
      </p:sp>
      <p:sp>
        <p:nvSpPr>
          <p:cNvPr id="17" name="Shape 15"/>
          <p:cNvSpPr/>
          <p:nvPr/>
        </p:nvSpPr>
        <p:spPr>
          <a:xfrm>
            <a:off x="2341880" y="4478528"/>
            <a:ext cx="92075" cy="918465"/>
          </a:xfrm>
          <a:prstGeom prst="rect">
            <a:avLst/>
          </a:prstGeom>
          <a:solidFill>
            <a:srgbClr val="FFFFFF">
              <a:alpha val="55000"/>
            </a:srgbClr>
          </a:solidFill>
          <a:ln/>
        </p:spPr>
        <p:txBody>
          <a:bodyPr/>
          <a:lstStyle/>
          <a:p>
            <a:endParaRPr lang="en-IN"/>
          </a:p>
        </p:txBody>
      </p:sp>
      <p:sp>
        <p:nvSpPr>
          <p:cNvPr id="18" name="Shape 16"/>
          <p:cNvSpPr/>
          <p:nvPr/>
        </p:nvSpPr>
        <p:spPr>
          <a:xfrm>
            <a:off x="2489200" y="4525427"/>
            <a:ext cx="92075" cy="824667"/>
          </a:xfrm>
          <a:prstGeom prst="rect">
            <a:avLst/>
          </a:prstGeom>
          <a:solidFill>
            <a:srgbClr val="FFFFFF">
              <a:alpha val="55000"/>
            </a:srgbClr>
          </a:solidFill>
          <a:ln/>
        </p:spPr>
        <p:txBody>
          <a:bodyPr/>
          <a:lstStyle/>
          <a:p>
            <a:endParaRPr lang="en-IN"/>
          </a:p>
        </p:txBody>
      </p:sp>
      <p:sp>
        <p:nvSpPr>
          <p:cNvPr id="19" name="Shape 17"/>
          <p:cNvSpPr/>
          <p:nvPr/>
        </p:nvSpPr>
        <p:spPr>
          <a:xfrm>
            <a:off x="2636520" y="4280962"/>
            <a:ext cx="92075" cy="1313595"/>
          </a:xfrm>
          <a:prstGeom prst="rect">
            <a:avLst/>
          </a:prstGeom>
          <a:solidFill>
            <a:srgbClr val="FFFFFF">
              <a:alpha val="55000"/>
            </a:srgbClr>
          </a:solidFill>
          <a:ln/>
        </p:spPr>
        <p:txBody>
          <a:bodyPr/>
          <a:lstStyle/>
          <a:p>
            <a:endParaRPr lang="en-IN"/>
          </a:p>
        </p:txBody>
      </p:sp>
      <p:sp>
        <p:nvSpPr>
          <p:cNvPr id="20" name="Shape 18"/>
          <p:cNvSpPr/>
          <p:nvPr/>
        </p:nvSpPr>
        <p:spPr>
          <a:xfrm>
            <a:off x="2783840" y="4504073"/>
            <a:ext cx="92075" cy="867373"/>
          </a:xfrm>
          <a:prstGeom prst="rect">
            <a:avLst/>
          </a:prstGeom>
          <a:solidFill>
            <a:srgbClr val="FFFFFF">
              <a:alpha val="55000"/>
            </a:srgbClr>
          </a:solidFill>
          <a:ln/>
        </p:spPr>
        <p:txBody>
          <a:bodyPr/>
          <a:lstStyle/>
          <a:p>
            <a:endParaRPr lang="en-IN"/>
          </a:p>
        </p:txBody>
      </p:sp>
      <p:sp>
        <p:nvSpPr>
          <p:cNvPr id="21" name="Shape 19"/>
          <p:cNvSpPr/>
          <p:nvPr/>
        </p:nvSpPr>
        <p:spPr>
          <a:xfrm>
            <a:off x="2931160" y="4672536"/>
            <a:ext cx="92075" cy="530447"/>
          </a:xfrm>
          <a:prstGeom prst="rect">
            <a:avLst/>
          </a:prstGeom>
          <a:solidFill>
            <a:srgbClr val="FFFFFF">
              <a:alpha val="55000"/>
            </a:srgbClr>
          </a:solidFill>
          <a:ln/>
        </p:spPr>
        <p:txBody>
          <a:bodyPr/>
          <a:lstStyle/>
          <a:p>
            <a:endParaRPr lang="en-IN"/>
          </a:p>
        </p:txBody>
      </p:sp>
      <p:sp>
        <p:nvSpPr>
          <p:cNvPr id="22" name="Shape 20"/>
          <p:cNvSpPr/>
          <p:nvPr/>
        </p:nvSpPr>
        <p:spPr>
          <a:xfrm>
            <a:off x="3078480" y="4648573"/>
            <a:ext cx="92075" cy="578374"/>
          </a:xfrm>
          <a:prstGeom prst="rect">
            <a:avLst/>
          </a:prstGeom>
          <a:solidFill>
            <a:srgbClr val="FFFFFF">
              <a:alpha val="55000"/>
            </a:srgbClr>
          </a:solidFill>
          <a:ln/>
        </p:spPr>
        <p:txBody>
          <a:bodyPr/>
          <a:lstStyle/>
          <a:p>
            <a:endParaRPr lang="en-IN"/>
          </a:p>
        </p:txBody>
      </p:sp>
      <p:sp>
        <p:nvSpPr>
          <p:cNvPr id="23" name="Shape 21"/>
          <p:cNvSpPr/>
          <p:nvPr/>
        </p:nvSpPr>
        <p:spPr>
          <a:xfrm>
            <a:off x="3225800" y="4644427"/>
            <a:ext cx="92075" cy="586666"/>
          </a:xfrm>
          <a:prstGeom prst="rect">
            <a:avLst/>
          </a:prstGeom>
          <a:solidFill>
            <a:srgbClr val="FFFFFF">
              <a:alpha val="55000"/>
            </a:srgbClr>
          </a:solidFill>
          <a:ln/>
        </p:spPr>
        <p:txBody>
          <a:bodyPr/>
          <a:lstStyle/>
          <a:p>
            <a:endParaRPr lang="en-IN"/>
          </a:p>
        </p:txBody>
      </p:sp>
      <p:sp>
        <p:nvSpPr>
          <p:cNvPr id="24" name="Shape 22"/>
          <p:cNvSpPr/>
          <p:nvPr/>
        </p:nvSpPr>
        <p:spPr>
          <a:xfrm>
            <a:off x="3373120" y="4263411"/>
            <a:ext cx="92075" cy="1348698"/>
          </a:xfrm>
          <a:prstGeom prst="rect">
            <a:avLst/>
          </a:prstGeom>
          <a:solidFill>
            <a:srgbClr val="FFFFFF">
              <a:alpha val="55000"/>
            </a:srgbClr>
          </a:solidFill>
          <a:ln/>
        </p:spPr>
        <p:txBody>
          <a:bodyPr/>
          <a:lstStyle/>
          <a:p>
            <a:endParaRPr lang="en-IN"/>
          </a:p>
        </p:txBody>
      </p:sp>
      <p:sp>
        <p:nvSpPr>
          <p:cNvPr id="25" name="Text 23"/>
          <p:cNvSpPr/>
          <p:nvPr/>
        </p:nvSpPr>
        <p:spPr>
          <a:xfrm>
            <a:off x="868680" y="5349240"/>
            <a:ext cx="2651760" cy="731520"/>
          </a:xfrm>
          <a:prstGeom prst="rect">
            <a:avLst/>
          </a:prstGeom>
          <a:noFill/>
          <a:ln/>
        </p:spPr>
        <p:txBody>
          <a:bodyPr wrap="square" rtlCol="0" anchor="ctr"/>
          <a:lstStyle/>
          <a:p>
            <a:pPr marL="0" indent="0" algn="ctr">
              <a:buNone/>
            </a:pPr>
            <a:r>
              <a:rPr lang="en-US" sz="1150" i="1" dirty="0">
                <a:solidFill>
                  <a:srgbClr val="E9E4FF"/>
                </a:solidFill>
                <a:latin typeface="Calibri" pitchFamily="34" charset="0"/>
                <a:ea typeface="Calibri" pitchFamily="34" charset="-122"/>
                <a:cs typeface="Calibri" pitchFamily="34" charset="-120"/>
              </a:rPr>
              <a:t>Amazon Music catalog sample used for feature-based clustering</a:t>
            </a:r>
            <a:endParaRPr lang="en-US" sz="1150" dirty="0"/>
          </a:p>
        </p:txBody>
      </p:sp>
      <p:sp>
        <p:nvSpPr>
          <p:cNvPr id="26" name="Text 24"/>
          <p:cNvSpPr/>
          <p:nvPr/>
        </p:nvSpPr>
        <p:spPr>
          <a:xfrm>
            <a:off x="4160520" y="1691640"/>
            <a:ext cx="7315200" cy="411480"/>
          </a:xfrm>
          <a:prstGeom prst="rect">
            <a:avLst/>
          </a:prstGeom>
          <a:noFill/>
          <a:ln/>
        </p:spPr>
        <p:txBody>
          <a:bodyPr wrap="square" rtlCol="0" anchor="ctr"/>
          <a:lstStyle/>
          <a:p>
            <a:pPr marL="0" indent="0">
              <a:buNone/>
            </a:pPr>
            <a:r>
              <a:rPr lang="en-US" sz="1600" b="1">
                <a:solidFill>
                  <a:srgbClr val="3FE0D0"/>
                </a:solidFill>
                <a:latin typeface="Calibri" pitchFamily="34" charset="0"/>
                <a:ea typeface="Calibri" pitchFamily="34" charset="-122"/>
                <a:cs typeface="Calibri" pitchFamily="34" charset="-120"/>
              </a:rPr>
              <a:t>10 Audio Features</a:t>
            </a:r>
            <a:endParaRPr lang="en-US" sz="1600" dirty="0"/>
          </a:p>
        </p:txBody>
      </p:sp>
      <p:sp>
        <p:nvSpPr>
          <p:cNvPr id="27" name="Shape 25"/>
          <p:cNvSpPr/>
          <p:nvPr/>
        </p:nvSpPr>
        <p:spPr>
          <a:xfrm>
            <a:off x="4160520" y="2194560"/>
            <a:ext cx="3703320" cy="566928"/>
          </a:xfrm>
          <a:prstGeom prst="roundRect">
            <a:avLst>
              <a:gd name="adj" fmla="val 12903"/>
            </a:avLst>
          </a:prstGeom>
          <a:solidFill>
            <a:srgbClr val="6E5AE0"/>
          </a:solidFill>
          <a:ln/>
        </p:spPr>
        <p:txBody>
          <a:bodyPr/>
          <a:lstStyle/>
          <a:p>
            <a:endParaRPr lang="en-IN"/>
          </a:p>
        </p:txBody>
      </p:sp>
      <p:sp>
        <p:nvSpPr>
          <p:cNvPr id="28" name="Shape 26"/>
          <p:cNvSpPr/>
          <p:nvPr/>
        </p:nvSpPr>
        <p:spPr>
          <a:xfrm>
            <a:off x="4325112" y="2423160"/>
            <a:ext cx="109728" cy="109728"/>
          </a:xfrm>
          <a:prstGeom prst="ellipse">
            <a:avLst/>
          </a:prstGeom>
          <a:solidFill>
            <a:srgbClr val="FF9900"/>
          </a:solidFill>
          <a:ln/>
        </p:spPr>
        <p:txBody>
          <a:bodyPr/>
          <a:lstStyle/>
          <a:p>
            <a:endParaRPr lang="en-IN"/>
          </a:p>
        </p:txBody>
      </p:sp>
      <p:sp>
        <p:nvSpPr>
          <p:cNvPr id="29" name="Text 27"/>
          <p:cNvSpPr/>
          <p:nvPr/>
        </p:nvSpPr>
        <p:spPr>
          <a:xfrm>
            <a:off x="4572000" y="2194560"/>
            <a:ext cx="3154680" cy="566928"/>
          </a:xfrm>
          <a:prstGeom prst="rect">
            <a:avLst/>
          </a:prstGeom>
          <a:noFill/>
          <a:ln/>
        </p:spPr>
        <p:txBody>
          <a:bodyPr wrap="square" rtlCol="0" anchor="ctr"/>
          <a:lstStyle/>
          <a:p>
            <a:pPr marL="0" indent="0">
              <a:buNone/>
            </a:pPr>
            <a:r>
              <a:rPr lang="en-US" sz="1350" dirty="0">
                <a:solidFill>
                  <a:srgbClr val="E7E4F5"/>
                </a:solidFill>
                <a:latin typeface="Calibri" pitchFamily="34" charset="0"/>
                <a:ea typeface="Calibri" pitchFamily="34" charset="-122"/>
                <a:cs typeface="Calibri" pitchFamily="34" charset="-120"/>
              </a:rPr>
              <a:t>Danceability</a:t>
            </a:r>
            <a:endParaRPr lang="en-US" sz="1350" dirty="0"/>
          </a:p>
        </p:txBody>
      </p:sp>
      <p:sp>
        <p:nvSpPr>
          <p:cNvPr id="30" name="Shape 28"/>
          <p:cNvSpPr/>
          <p:nvPr/>
        </p:nvSpPr>
        <p:spPr>
          <a:xfrm>
            <a:off x="8046720" y="2194560"/>
            <a:ext cx="3703320" cy="566928"/>
          </a:xfrm>
          <a:prstGeom prst="roundRect">
            <a:avLst>
              <a:gd name="adj" fmla="val 12903"/>
            </a:avLst>
          </a:prstGeom>
          <a:solidFill>
            <a:srgbClr val="6E5AE0"/>
          </a:solidFill>
          <a:ln/>
        </p:spPr>
        <p:txBody>
          <a:bodyPr/>
          <a:lstStyle/>
          <a:p>
            <a:endParaRPr lang="en-IN"/>
          </a:p>
        </p:txBody>
      </p:sp>
      <p:sp>
        <p:nvSpPr>
          <p:cNvPr id="31" name="Shape 29"/>
          <p:cNvSpPr/>
          <p:nvPr/>
        </p:nvSpPr>
        <p:spPr>
          <a:xfrm>
            <a:off x="8211312" y="2423160"/>
            <a:ext cx="109728" cy="109728"/>
          </a:xfrm>
          <a:prstGeom prst="ellipse">
            <a:avLst/>
          </a:prstGeom>
          <a:solidFill>
            <a:srgbClr val="FF9900"/>
          </a:solidFill>
          <a:ln/>
        </p:spPr>
        <p:txBody>
          <a:bodyPr/>
          <a:lstStyle/>
          <a:p>
            <a:endParaRPr lang="en-IN"/>
          </a:p>
        </p:txBody>
      </p:sp>
      <p:sp>
        <p:nvSpPr>
          <p:cNvPr id="32" name="Text 30"/>
          <p:cNvSpPr/>
          <p:nvPr/>
        </p:nvSpPr>
        <p:spPr>
          <a:xfrm>
            <a:off x="8458200" y="2194560"/>
            <a:ext cx="3154680" cy="566928"/>
          </a:xfrm>
          <a:prstGeom prst="rect">
            <a:avLst/>
          </a:prstGeom>
          <a:noFill/>
          <a:ln/>
        </p:spPr>
        <p:txBody>
          <a:bodyPr wrap="square" rtlCol="0" anchor="ctr"/>
          <a:lstStyle/>
          <a:p>
            <a:pPr marL="0" indent="0">
              <a:buNone/>
            </a:pPr>
            <a:r>
              <a:rPr lang="en-US" sz="1350" dirty="0">
                <a:solidFill>
                  <a:srgbClr val="E7E4F5"/>
                </a:solidFill>
                <a:latin typeface="Calibri" pitchFamily="34" charset="0"/>
                <a:ea typeface="Calibri" pitchFamily="34" charset="-122"/>
                <a:cs typeface="Calibri" pitchFamily="34" charset="-120"/>
              </a:rPr>
              <a:t>Energy</a:t>
            </a:r>
            <a:endParaRPr lang="en-US" sz="1350" dirty="0"/>
          </a:p>
        </p:txBody>
      </p:sp>
      <p:sp>
        <p:nvSpPr>
          <p:cNvPr id="33" name="Shape 31"/>
          <p:cNvSpPr/>
          <p:nvPr/>
        </p:nvSpPr>
        <p:spPr>
          <a:xfrm>
            <a:off x="4160520" y="2898648"/>
            <a:ext cx="3703320" cy="566928"/>
          </a:xfrm>
          <a:prstGeom prst="roundRect">
            <a:avLst>
              <a:gd name="adj" fmla="val 12903"/>
            </a:avLst>
          </a:prstGeom>
          <a:solidFill>
            <a:srgbClr val="6E5AE0"/>
          </a:solidFill>
          <a:ln/>
        </p:spPr>
        <p:txBody>
          <a:bodyPr/>
          <a:lstStyle/>
          <a:p>
            <a:endParaRPr lang="en-IN"/>
          </a:p>
        </p:txBody>
      </p:sp>
      <p:sp>
        <p:nvSpPr>
          <p:cNvPr id="34" name="Shape 32"/>
          <p:cNvSpPr/>
          <p:nvPr/>
        </p:nvSpPr>
        <p:spPr>
          <a:xfrm>
            <a:off x="4325112" y="3127248"/>
            <a:ext cx="109728" cy="109728"/>
          </a:xfrm>
          <a:prstGeom prst="ellipse">
            <a:avLst/>
          </a:prstGeom>
          <a:solidFill>
            <a:srgbClr val="FF9900"/>
          </a:solidFill>
          <a:ln/>
        </p:spPr>
        <p:txBody>
          <a:bodyPr/>
          <a:lstStyle/>
          <a:p>
            <a:endParaRPr lang="en-IN"/>
          </a:p>
        </p:txBody>
      </p:sp>
      <p:sp>
        <p:nvSpPr>
          <p:cNvPr id="35" name="Text 33"/>
          <p:cNvSpPr/>
          <p:nvPr/>
        </p:nvSpPr>
        <p:spPr>
          <a:xfrm>
            <a:off x="4572000" y="2898648"/>
            <a:ext cx="3154680" cy="566928"/>
          </a:xfrm>
          <a:prstGeom prst="rect">
            <a:avLst/>
          </a:prstGeom>
          <a:noFill/>
          <a:ln/>
        </p:spPr>
        <p:txBody>
          <a:bodyPr wrap="square" rtlCol="0" anchor="ctr"/>
          <a:lstStyle/>
          <a:p>
            <a:pPr marL="0" indent="0">
              <a:buNone/>
            </a:pPr>
            <a:r>
              <a:rPr lang="en-US" sz="1350" dirty="0">
                <a:solidFill>
                  <a:srgbClr val="E7E4F5"/>
                </a:solidFill>
                <a:latin typeface="Calibri" pitchFamily="34" charset="0"/>
                <a:ea typeface="Calibri" pitchFamily="34" charset="-122"/>
                <a:cs typeface="Calibri" pitchFamily="34" charset="-120"/>
              </a:rPr>
              <a:t>Loudness</a:t>
            </a:r>
            <a:endParaRPr lang="en-US" sz="1350" dirty="0"/>
          </a:p>
        </p:txBody>
      </p:sp>
      <p:sp>
        <p:nvSpPr>
          <p:cNvPr id="36" name="Shape 34"/>
          <p:cNvSpPr/>
          <p:nvPr/>
        </p:nvSpPr>
        <p:spPr>
          <a:xfrm>
            <a:off x="8046720" y="2898648"/>
            <a:ext cx="3703320" cy="566928"/>
          </a:xfrm>
          <a:prstGeom prst="roundRect">
            <a:avLst>
              <a:gd name="adj" fmla="val 12903"/>
            </a:avLst>
          </a:prstGeom>
          <a:solidFill>
            <a:srgbClr val="6E5AE0"/>
          </a:solidFill>
          <a:ln/>
        </p:spPr>
        <p:txBody>
          <a:bodyPr/>
          <a:lstStyle/>
          <a:p>
            <a:endParaRPr lang="en-IN"/>
          </a:p>
        </p:txBody>
      </p:sp>
      <p:sp>
        <p:nvSpPr>
          <p:cNvPr id="37" name="Shape 35"/>
          <p:cNvSpPr/>
          <p:nvPr/>
        </p:nvSpPr>
        <p:spPr>
          <a:xfrm>
            <a:off x="8211312" y="3127248"/>
            <a:ext cx="109728" cy="109728"/>
          </a:xfrm>
          <a:prstGeom prst="ellipse">
            <a:avLst/>
          </a:prstGeom>
          <a:solidFill>
            <a:srgbClr val="FF9900"/>
          </a:solidFill>
          <a:ln/>
        </p:spPr>
        <p:txBody>
          <a:bodyPr/>
          <a:lstStyle/>
          <a:p>
            <a:endParaRPr lang="en-IN"/>
          </a:p>
        </p:txBody>
      </p:sp>
      <p:sp>
        <p:nvSpPr>
          <p:cNvPr id="38" name="Text 36"/>
          <p:cNvSpPr/>
          <p:nvPr/>
        </p:nvSpPr>
        <p:spPr>
          <a:xfrm>
            <a:off x="8458200" y="2898648"/>
            <a:ext cx="3154680" cy="566928"/>
          </a:xfrm>
          <a:prstGeom prst="rect">
            <a:avLst/>
          </a:prstGeom>
          <a:noFill/>
          <a:ln/>
        </p:spPr>
        <p:txBody>
          <a:bodyPr wrap="square" rtlCol="0" anchor="ctr"/>
          <a:lstStyle/>
          <a:p>
            <a:pPr marL="0" indent="0">
              <a:buNone/>
            </a:pPr>
            <a:r>
              <a:rPr lang="en-US" sz="1350" dirty="0">
                <a:solidFill>
                  <a:srgbClr val="E7E4F5"/>
                </a:solidFill>
                <a:latin typeface="Calibri" pitchFamily="34" charset="0"/>
                <a:ea typeface="Calibri" pitchFamily="34" charset="-122"/>
                <a:cs typeface="Calibri" pitchFamily="34" charset="-120"/>
              </a:rPr>
              <a:t>Speechiness</a:t>
            </a:r>
            <a:endParaRPr lang="en-US" sz="1350" dirty="0"/>
          </a:p>
        </p:txBody>
      </p:sp>
      <p:sp>
        <p:nvSpPr>
          <p:cNvPr id="39" name="Shape 37"/>
          <p:cNvSpPr/>
          <p:nvPr/>
        </p:nvSpPr>
        <p:spPr>
          <a:xfrm>
            <a:off x="4160520" y="3602736"/>
            <a:ext cx="3703320" cy="566928"/>
          </a:xfrm>
          <a:prstGeom prst="roundRect">
            <a:avLst>
              <a:gd name="adj" fmla="val 12903"/>
            </a:avLst>
          </a:prstGeom>
          <a:solidFill>
            <a:srgbClr val="6E5AE0"/>
          </a:solidFill>
          <a:ln/>
        </p:spPr>
        <p:txBody>
          <a:bodyPr/>
          <a:lstStyle/>
          <a:p>
            <a:endParaRPr lang="en-IN"/>
          </a:p>
        </p:txBody>
      </p:sp>
      <p:sp>
        <p:nvSpPr>
          <p:cNvPr id="40" name="Shape 38"/>
          <p:cNvSpPr/>
          <p:nvPr/>
        </p:nvSpPr>
        <p:spPr>
          <a:xfrm>
            <a:off x="4325112" y="3831336"/>
            <a:ext cx="109728" cy="109728"/>
          </a:xfrm>
          <a:prstGeom prst="ellipse">
            <a:avLst/>
          </a:prstGeom>
          <a:solidFill>
            <a:srgbClr val="FF9900"/>
          </a:solidFill>
          <a:ln/>
        </p:spPr>
        <p:txBody>
          <a:bodyPr/>
          <a:lstStyle/>
          <a:p>
            <a:endParaRPr lang="en-IN"/>
          </a:p>
        </p:txBody>
      </p:sp>
      <p:sp>
        <p:nvSpPr>
          <p:cNvPr id="41" name="Text 39"/>
          <p:cNvSpPr/>
          <p:nvPr/>
        </p:nvSpPr>
        <p:spPr>
          <a:xfrm>
            <a:off x="4572000" y="3602736"/>
            <a:ext cx="3154680" cy="566928"/>
          </a:xfrm>
          <a:prstGeom prst="rect">
            <a:avLst/>
          </a:prstGeom>
          <a:noFill/>
          <a:ln/>
        </p:spPr>
        <p:txBody>
          <a:bodyPr wrap="square" rtlCol="0" anchor="ctr"/>
          <a:lstStyle/>
          <a:p>
            <a:pPr marL="0" indent="0">
              <a:buNone/>
            </a:pPr>
            <a:r>
              <a:rPr lang="en-US" sz="1350" dirty="0">
                <a:solidFill>
                  <a:srgbClr val="E7E4F5"/>
                </a:solidFill>
                <a:latin typeface="Calibri" pitchFamily="34" charset="0"/>
                <a:ea typeface="Calibri" pitchFamily="34" charset="-122"/>
                <a:cs typeface="Calibri" pitchFamily="34" charset="-120"/>
              </a:rPr>
              <a:t>Acousticness</a:t>
            </a:r>
            <a:endParaRPr lang="en-US" sz="1350" dirty="0"/>
          </a:p>
        </p:txBody>
      </p:sp>
      <p:sp>
        <p:nvSpPr>
          <p:cNvPr id="42" name="Shape 40"/>
          <p:cNvSpPr/>
          <p:nvPr/>
        </p:nvSpPr>
        <p:spPr>
          <a:xfrm>
            <a:off x="8046720" y="3602736"/>
            <a:ext cx="3703320" cy="566928"/>
          </a:xfrm>
          <a:prstGeom prst="roundRect">
            <a:avLst>
              <a:gd name="adj" fmla="val 12903"/>
            </a:avLst>
          </a:prstGeom>
          <a:solidFill>
            <a:srgbClr val="6E5AE0"/>
          </a:solidFill>
          <a:ln/>
        </p:spPr>
        <p:txBody>
          <a:bodyPr/>
          <a:lstStyle/>
          <a:p>
            <a:endParaRPr lang="en-IN"/>
          </a:p>
        </p:txBody>
      </p:sp>
      <p:sp>
        <p:nvSpPr>
          <p:cNvPr id="43" name="Shape 41"/>
          <p:cNvSpPr/>
          <p:nvPr/>
        </p:nvSpPr>
        <p:spPr>
          <a:xfrm>
            <a:off x="8211312" y="3831336"/>
            <a:ext cx="109728" cy="109728"/>
          </a:xfrm>
          <a:prstGeom prst="ellipse">
            <a:avLst/>
          </a:prstGeom>
          <a:solidFill>
            <a:srgbClr val="FF9900"/>
          </a:solidFill>
          <a:ln/>
        </p:spPr>
        <p:txBody>
          <a:bodyPr/>
          <a:lstStyle/>
          <a:p>
            <a:endParaRPr lang="en-IN"/>
          </a:p>
        </p:txBody>
      </p:sp>
      <p:sp>
        <p:nvSpPr>
          <p:cNvPr id="44" name="Text 42"/>
          <p:cNvSpPr/>
          <p:nvPr/>
        </p:nvSpPr>
        <p:spPr>
          <a:xfrm>
            <a:off x="8458200" y="3602736"/>
            <a:ext cx="3154680" cy="566928"/>
          </a:xfrm>
          <a:prstGeom prst="rect">
            <a:avLst/>
          </a:prstGeom>
          <a:noFill/>
          <a:ln/>
        </p:spPr>
        <p:txBody>
          <a:bodyPr wrap="square" rtlCol="0" anchor="ctr"/>
          <a:lstStyle/>
          <a:p>
            <a:pPr marL="0" indent="0">
              <a:buNone/>
            </a:pPr>
            <a:r>
              <a:rPr lang="en-US" sz="1350" dirty="0">
                <a:solidFill>
                  <a:srgbClr val="E7E4F5"/>
                </a:solidFill>
                <a:latin typeface="Calibri" pitchFamily="34" charset="0"/>
                <a:ea typeface="Calibri" pitchFamily="34" charset="-122"/>
                <a:cs typeface="Calibri" pitchFamily="34" charset="-120"/>
              </a:rPr>
              <a:t>Instrumentalness</a:t>
            </a:r>
            <a:endParaRPr lang="en-US" sz="1350" dirty="0"/>
          </a:p>
        </p:txBody>
      </p:sp>
      <p:sp>
        <p:nvSpPr>
          <p:cNvPr id="45" name="Shape 43"/>
          <p:cNvSpPr/>
          <p:nvPr/>
        </p:nvSpPr>
        <p:spPr>
          <a:xfrm>
            <a:off x="4160520" y="4306824"/>
            <a:ext cx="3703320" cy="566928"/>
          </a:xfrm>
          <a:prstGeom prst="roundRect">
            <a:avLst>
              <a:gd name="adj" fmla="val 12903"/>
            </a:avLst>
          </a:prstGeom>
          <a:solidFill>
            <a:srgbClr val="6E5AE0"/>
          </a:solidFill>
          <a:ln/>
        </p:spPr>
        <p:txBody>
          <a:bodyPr/>
          <a:lstStyle/>
          <a:p>
            <a:endParaRPr lang="en-IN"/>
          </a:p>
        </p:txBody>
      </p:sp>
      <p:sp>
        <p:nvSpPr>
          <p:cNvPr id="46" name="Shape 44"/>
          <p:cNvSpPr/>
          <p:nvPr/>
        </p:nvSpPr>
        <p:spPr>
          <a:xfrm>
            <a:off x="4325112" y="4535424"/>
            <a:ext cx="109728" cy="109728"/>
          </a:xfrm>
          <a:prstGeom prst="ellipse">
            <a:avLst/>
          </a:prstGeom>
          <a:solidFill>
            <a:srgbClr val="FF9900"/>
          </a:solidFill>
          <a:ln/>
        </p:spPr>
        <p:txBody>
          <a:bodyPr/>
          <a:lstStyle/>
          <a:p>
            <a:endParaRPr lang="en-IN"/>
          </a:p>
        </p:txBody>
      </p:sp>
      <p:sp>
        <p:nvSpPr>
          <p:cNvPr id="47" name="Text 45"/>
          <p:cNvSpPr/>
          <p:nvPr/>
        </p:nvSpPr>
        <p:spPr>
          <a:xfrm>
            <a:off x="4572000" y="4306824"/>
            <a:ext cx="3154680" cy="566928"/>
          </a:xfrm>
          <a:prstGeom prst="rect">
            <a:avLst/>
          </a:prstGeom>
          <a:noFill/>
          <a:ln/>
        </p:spPr>
        <p:txBody>
          <a:bodyPr wrap="square" rtlCol="0" anchor="ctr"/>
          <a:lstStyle/>
          <a:p>
            <a:pPr marL="0" indent="0">
              <a:buNone/>
            </a:pPr>
            <a:r>
              <a:rPr lang="en-US" sz="1350">
                <a:solidFill>
                  <a:srgbClr val="E7E4F5"/>
                </a:solidFill>
                <a:latin typeface="Calibri" pitchFamily="34" charset="0"/>
                <a:ea typeface="Calibri" pitchFamily="34" charset="-122"/>
                <a:cs typeface="Calibri" pitchFamily="34" charset="-120"/>
              </a:rPr>
              <a:t>Liveness</a:t>
            </a:r>
            <a:endParaRPr lang="en-US" sz="1350" dirty="0"/>
          </a:p>
        </p:txBody>
      </p:sp>
      <p:sp>
        <p:nvSpPr>
          <p:cNvPr id="48" name="Shape 46"/>
          <p:cNvSpPr/>
          <p:nvPr/>
        </p:nvSpPr>
        <p:spPr>
          <a:xfrm>
            <a:off x="8046720" y="4306824"/>
            <a:ext cx="3703320" cy="566928"/>
          </a:xfrm>
          <a:prstGeom prst="roundRect">
            <a:avLst>
              <a:gd name="adj" fmla="val 12903"/>
            </a:avLst>
          </a:prstGeom>
          <a:solidFill>
            <a:srgbClr val="6E5AE0"/>
          </a:solidFill>
          <a:ln/>
        </p:spPr>
        <p:txBody>
          <a:bodyPr/>
          <a:lstStyle/>
          <a:p>
            <a:endParaRPr lang="en-IN"/>
          </a:p>
        </p:txBody>
      </p:sp>
      <p:sp>
        <p:nvSpPr>
          <p:cNvPr id="49" name="Shape 47"/>
          <p:cNvSpPr/>
          <p:nvPr/>
        </p:nvSpPr>
        <p:spPr>
          <a:xfrm>
            <a:off x="8211312" y="4535424"/>
            <a:ext cx="109728" cy="109728"/>
          </a:xfrm>
          <a:prstGeom prst="ellipse">
            <a:avLst/>
          </a:prstGeom>
          <a:solidFill>
            <a:srgbClr val="FF9900"/>
          </a:solidFill>
          <a:ln/>
        </p:spPr>
        <p:txBody>
          <a:bodyPr/>
          <a:lstStyle/>
          <a:p>
            <a:endParaRPr lang="en-IN"/>
          </a:p>
        </p:txBody>
      </p:sp>
      <p:sp>
        <p:nvSpPr>
          <p:cNvPr id="50" name="Text 48"/>
          <p:cNvSpPr/>
          <p:nvPr/>
        </p:nvSpPr>
        <p:spPr>
          <a:xfrm>
            <a:off x="8458200" y="4306824"/>
            <a:ext cx="3154680" cy="566928"/>
          </a:xfrm>
          <a:prstGeom prst="rect">
            <a:avLst/>
          </a:prstGeom>
          <a:noFill/>
          <a:ln/>
        </p:spPr>
        <p:txBody>
          <a:bodyPr wrap="square" rtlCol="0" anchor="ctr"/>
          <a:lstStyle/>
          <a:p>
            <a:pPr marL="0" indent="0">
              <a:buNone/>
            </a:pPr>
            <a:r>
              <a:rPr lang="en-US" sz="1350" dirty="0">
                <a:solidFill>
                  <a:srgbClr val="E7E4F5"/>
                </a:solidFill>
                <a:latin typeface="Calibri" pitchFamily="34" charset="0"/>
                <a:ea typeface="Calibri" pitchFamily="34" charset="-122"/>
                <a:cs typeface="Calibri" pitchFamily="34" charset="-120"/>
              </a:rPr>
              <a:t>Valence</a:t>
            </a:r>
            <a:endParaRPr lang="en-US" sz="1350" dirty="0"/>
          </a:p>
        </p:txBody>
      </p:sp>
      <p:sp>
        <p:nvSpPr>
          <p:cNvPr id="51" name="Shape 49"/>
          <p:cNvSpPr/>
          <p:nvPr/>
        </p:nvSpPr>
        <p:spPr>
          <a:xfrm>
            <a:off x="4160520" y="5010912"/>
            <a:ext cx="3703320" cy="566928"/>
          </a:xfrm>
          <a:prstGeom prst="roundRect">
            <a:avLst>
              <a:gd name="adj" fmla="val 12903"/>
            </a:avLst>
          </a:prstGeom>
          <a:solidFill>
            <a:srgbClr val="6E5AE0"/>
          </a:solidFill>
          <a:ln/>
        </p:spPr>
        <p:txBody>
          <a:bodyPr/>
          <a:lstStyle/>
          <a:p>
            <a:endParaRPr lang="en-IN"/>
          </a:p>
        </p:txBody>
      </p:sp>
      <p:sp>
        <p:nvSpPr>
          <p:cNvPr id="52" name="Shape 50"/>
          <p:cNvSpPr/>
          <p:nvPr/>
        </p:nvSpPr>
        <p:spPr>
          <a:xfrm>
            <a:off x="4325112" y="5239512"/>
            <a:ext cx="109728" cy="109728"/>
          </a:xfrm>
          <a:prstGeom prst="ellipse">
            <a:avLst/>
          </a:prstGeom>
          <a:solidFill>
            <a:srgbClr val="FF9900"/>
          </a:solidFill>
          <a:ln/>
        </p:spPr>
        <p:txBody>
          <a:bodyPr/>
          <a:lstStyle/>
          <a:p>
            <a:endParaRPr lang="en-IN"/>
          </a:p>
        </p:txBody>
      </p:sp>
      <p:sp>
        <p:nvSpPr>
          <p:cNvPr id="53" name="Text 51"/>
          <p:cNvSpPr/>
          <p:nvPr/>
        </p:nvSpPr>
        <p:spPr>
          <a:xfrm>
            <a:off x="4572000" y="5010912"/>
            <a:ext cx="3154680" cy="566928"/>
          </a:xfrm>
          <a:prstGeom prst="rect">
            <a:avLst/>
          </a:prstGeom>
          <a:noFill/>
          <a:ln/>
        </p:spPr>
        <p:txBody>
          <a:bodyPr wrap="square" rtlCol="0" anchor="ctr"/>
          <a:lstStyle/>
          <a:p>
            <a:pPr marL="0" indent="0">
              <a:buNone/>
            </a:pPr>
            <a:r>
              <a:rPr lang="en-US" sz="1350" dirty="0">
                <a:solidFill>
                  <a:srgbClr val="E7E4F5"/>
                </a:solidFill>
                <a:latin typeface="Calibri" pitchFamily="34" charset="0"/>
                <a:ea typeface="Calibri" pitchFamily="34" charset="-122"/>
                <a:cs typeface="Calibri" pitchFamily="34" charset="-120"/>
              </a:rPr>
              <a:t>Tempo</a:t>
            </a:r>
            <a:endParaRPr lang="en-US" sz="1350" dirty="0"/>
          </a:p>
        </p:txBody>
      </p:sp>
      <p:sp>
        <p:nvSpPr>
          <p:cNvPr id="54" name="Shape 52"/>
          <p:cNvSpPr/>
          <p:nvPr/>
        </p:nvSpPr>
        <p:spPr>
          <a:xfrm>
            <a:off x="8046720" y="5010912"/>
            <a:ext cx="3703320" cy="566928"/>
          </a:xfrm>
          <a:prstGeom prst="roundRect">
            <a:avLst>
              <a:gd name="adj" fmla="val 12903"/>
            </a:avLst>
          </a:prstGeom>
          <a:solidFill>
            <a:srgbClr val="6E5AE0"/>
          </a:solidFill>
          <a:ln/>
        </p:spPr>
        <p:txBody>
          <a:bodyPr/>
          <a:lstStyle/>
          <a:p>
            <a:endParaRPr lang="en-IN"/>
          </a:p>
        </p:txBody>
      </p:sp>
      <p:sp>
        <p:nvSpPr>
          <p:cNvPr id="55" name="Shape 53"/>
          <p:cNvSpPr/>
          <p:nvPr/>
        </p:nvSpPr>
        <p:spPr>
          <a:xfrm>
            <a:off x="8211312" y="5239512"/>
            <a:ext cx="109728" cy="109728"/>
          </a:xfrm>
          <a:prstGeom prst="ellipse">
            <a:avLst/>
          </a:prstGeom>
          <a:solidFill>
            <a:srgbClr val="FF9900"/>
          </a:solidFill>
          <a:ln/>
        </p:spPr>
        <p:txBody>
          <a:bodyPr/>
          <a:lstStyle/>
          <a:p>
            <a:endParaRPr lang="en-IN"/>
          </a:p>
        </p:txBody>
      </p:sp>
      <p:sp>
        <p:nvSpPr>
          <p:cNvPr id="56" name="Text 54"/>
          <p:cNvSpPr/>
          <p:nvPr/>
        </p:nvSpPr>
        <p:spPr>
          <a:xfrm>
            <a:off x="8458200" y="5010912"/>
            <a:ext cx="3154680" cy="566928"/>
          </a:xfrm>
          <a:prstGeom prst="rect">
            <a:avLst/>
          </a:prstGeom>
          <a:noFill/>
          <a:ln/>
        </p:spPr>
        <p:txBody>
          <a:bodyPr wrap="square" rtlCol="0" anchor="ctr"/>
          <a:lstStyle/>
          <a:p>
            <a:r>
              <a:rPr lang="en-IN" sz="1400" dirty="0"/>
              <a:t> </a:t>
            </a:r>
            <a:r>
              <a:rPr lang="en-US" sz="1350" dirty="0">
                <a:solidFill>
                  <a:srgbClr val="E7E4F5"/>
                </a:solidFill>
                <a:latin typeface="Calibri" pitchFamily="34" charset="0"/>
                <a:ea typeface="Calibri" pitchFamily="34" charset="-122"/>
                <a:cs typeface="Calibri" pitchFamily="34" charset="-120"/>
              </a:rPr>
              <a:t>Duration (ms)</a:t>
            </a:r>
            <a:endParaRPr lang="en-US" sz="1350" dirty="0"/>
          </a:p>
        </p:txBody>
      </p:sp>
      <p:sp>
        <p:nvSpPr>
          <p:cNvPr id="57" name="Text 55"/>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02B"/>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3FE0D0"/>
                </a:solidFill>
                <a:latin typeface="Calibri" pitchFamily="34" charset="0"/>
                <a:ea typeface="Calibri" pitchFamily="34" charset="-122"/>
                <a:cs typeface="Calibri" pitchFamily="34" charset="-120"/>
              </a:rPr>
              <a:t>PIPELINE</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Project Workflow</a:t>
            </a:r>
            <a:endParaRPr lang="en-US" sz="3200" dirty="0"/>
          </a:p>
        </p:txBody>
      </p:sp>
      <p:sp>
        <p:nvSpPr>
          <p:cNvPr id="4" name="Shape 2"/>
          <p:cNvSpPr/>
          <p:nvPr/>
        </p:nvSpPr>
        <p:spPr>
          <a:xfrm>
            <a:off x="1074420" y="3771900"/>
            <a:ext cx="10012680" cy="0"/>
          </a:xfrm>
          <a:prstGeom prst="line">
            <a:avLst/>
          </a:prstGeom>
          <a:noFill/>
          <a:ln w="25400">
            <a:solidFill>
              <a:srgbClr val="2C2560"/>
            </a:solidFill>
            <a:prstDash val="solid"/>
          </a:ln>
        </p:spPr>
        <p:txBody>
          <a:bodyPr/>
          <a:lstStyle/>
          <a:p>
            <a:endParaRPr lang="en-IN"/>
          </a:p>
        </p:txBody>
      </p:sp>
      <p:sp>
        <p:nvSpPr>
          <p:cNvPr id="5" name="Shape 3"/>
          <p:cNvSpPr/>
          <p:nvPr/>
        </p:nvSpPr>
        <p:spPr>
          <a:xfrm>
            <a:off x="548640" y="3383280"/>
            <a:ext cx="1051560" cy="777240"/>
          </a:xfrm>
          <a:prstGeom prst="ellipse">
            <a:avLst/>
          </a:prstGeom>
          <a:solidFill>
            <a:srgbClr val="6E5AE0"/>
          </a:solidFill>
          <a:ln w="38100">
            <a:solidFill>
              <a:srgbClr val="13102B"/>
            </a:solidFill>
            <a:prstDash val="solid"/>
          </a:ln>
        </p:spPr>
        <p:txBody>
          <a:bodyPr/>
          <a:lstStyle/>
          <a:p>
            <a:endParaRPr lang="en-IN"/>
          </a:p>
        </p:txBody>
      </p:sp>
      <p:sp>
        <p:nvSpPr>
          <p:cNvPr id="6" name="Text 4"/>
          <p:cNvSpPr/>
          <p:nvPr/>
        </p:nvSpPr>
        <p:spPr>
          <a:xfrm>
            <a:off x="320040" y="2743200"/>
            <a:ext cx="1508760" cy="502920"/>
          </a:xfrm>
          <a:prstGeom prst="rect">
            <a:avLst/>
          </a:prstGeom>
          <a:noFill/>
          <a:ln/>
        </p:spPr>
        <p:txBody>
          <a:bodyPr wrap="square" rtlCol="0" anchor="ctr"/>
          <a:lstStyle/>
          <a:p>
            <a:pPr marL="0" indent="0" algn="ctr">
              <a:buNone/>
            </a:pPr>
            <a:r>
              <a:rPr lang="en-US" sz="1100" dirty="0">
                <a:solidFill>
                  <a:srgbClr val="E7E4F5"/>
                </a:solidFill>
                <a:latin typeface="Calibri" pitchFamily="34" charset="0"/>
                <a:ea typeface="Calibri" pitchFamily="34" charset="-122"/>
                <a:cs typeface="Calibri" pitchFamily="34" charset="-120"/>
              </a:rPr>
              <a:t>Dataset</a:t>
            </a:r>
            <a:endParaRPr lang="en-US" sz="1100" dirty="0"/>
          </a:p>
        </p:txBody>
      </p:sp>
      <p:sp>
        <p:nvSpPr>
          <p:cNvPr id="7" name="Text 5"/>
          <p:cNvSpPr/>
          <p:nvPr/>
        </p:nvSpPr>
        <p:spPr>
          <a:xfrm>
            <a:off x="548640" y="3383280"/>
            <a:ext cx="1051560" cy="77724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Shape 6"/>
          <p:cNvSpPr/>
          <p:nvPr/>
        </p:nvSpPr>
        <p:spPr>
          <a:xfrm>
            <a:off x="1800225" y="3383280"/>
            <a:ext cx="1051560" cy="777240"/>
          </a:xfrm>
          <a:prstGeom prst="ellipse">
            <a:avLst/>
          </a:prstGeom>
          <a:solidFill>
            <a:srgbClr val="6E5AE0"/>
          </a:solidFill>
          <a:ln w="38100">
            <a:solidFill>
              <a:srgbClr val="13102B"/>
            </a:solidFill>
            <a:prstDash val="solid"/>
          </a:ln>
        </p:spPr>
        <p:txBody>
          <a:bodyPr/>
          <a:lstStyle/>
          <a:p>
            <a:endParaRPr lang="en-IN"/>
          </a:p>
        </p:txBody>
      </p:sp>
      <p:sp>
        <p:nvSpPr>
          <p:cNvPr id="9" name="Text 7"/>
          <p:cNvSpPr/>
          <p:nvPr/>
        </p:nvSpPr>
        <p:spPr>
          <a:xfrm>
            <a:off x="1571625" y="2743200"/>
            <a:ext cx="1508760" cy="502920"/>
          </a:xfrm>
          <a:prstGeom prst="rect">
            <a:avLst/>
          </a:prstGeom>
          <a:noFill/>
          <a:ln/>
        </p:spPr>
        <p:txBody>
          <a:bodyPr wrap="square" rtlCol="0" anchor="ctr"/>
          <a:lstStyle/>
          <a:p>
            <a:pPr marL="0" indent="0" algn="ctr">
              <a:buNone/>
            </a:pPr>
            <a:r>
              <a:rPr lang="en-US" sz="1100" dirty="0">
                <a:solidFill>
                  <a:srgbClr val="E7E4F5"/>
                </a:solidFill>
                <a:latin typeface="Calibri" pitchFamily="34" charset="0"/>
                <a:ea typeface="Calibri" pitchFamily="34" charset="-122"/>
                <a:cs typeface="Calibri" pitchFamily="34" charset="-120"/>
              </a:rPr>
              <a:t>EDA</a:t>
            </a:r>
            <a:endParaRPr lang="en-US" sz="1100" dirty="0"/>
          </a:p>
        </p:txBody>
      </p:sp>
      <p:sp>
        <p:nvSpPr>
          <p:cNvPr id="10" name="Text 8"/>
          <p:cNvSpPr/>
          <p:nvPr/>
        </p:nvSpPr>
        <p:spPr>
          <a:xfrm>
            <a:off x="1800225" y="3383280"/>
            <a:ext cx="1051560" cy="77724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Shape 9"/>
          <p:cNvSpPr/>
          <p:nvPr/>
        </p:nvSpPr>
        <p:spPr>
          <a:xfrm>
            <a:off x="3051810" y="3383280"/>
            <a:ext cx="1051560" cy="777240"/>
          </a:xfrm>
          <a:prstGeom prst="ellipse">
            <a:avLst/>
          </a:prstGeom>
          <a:solidFill>
            <a:srgbClr val="6E5AE0"/>
          </a:solidFill>
          <a:ln w="38100">
            <a:solidFill>
              <a:srgbClr val="13102B"/>
            </a:solidFill>
            <a:prstDash val="solid"/>
          </a:ln>
        </p:spPr>
        <p:txBody>
          <a:bodyPr/>
          <a:lstStyle/>
          <a:p>
            <a:endParaRPr lang="en-IN"/>
          </a:p>
        </p:txBody>
      </p:sp>
      <p:sp>
        <p:nvSpPr>
          <p:cNvPr id="12" name="Text 10"/>
          <p:cNvSpPr/>
          <p:nvPr/>
        </p:nvSpPr>
        <p:spPr>
          <a:xfrm>
            <a:off x="2823210" y="2743200"/>
            <a:ext cx="1508760" cy="502920"/>
          </a:xfrm>
          <a:prstGeom prst="rect">
            <a:avLst/>
          </a:prstGeom>
          <a:noFill/>
          <a:ln/>
        </p:spPr>
        <p:txBody>
          <a:bodyPr wrap="square" rtlCol="0" anchor="ctr"/>
          <a:lstStyle/>
          <a:p>
            <a:pPr marL="0" indent="0" algn="ctr">
              <a:buNone/>
            </a:pPr>
            <a:r>
              <a:rPr lang="en-US" sz="1100" dirty="0">
                <a:solidFill>
                  <a:srgbClr val="E7E4F5"/>
                </a:solidFill>
                <a:latin typeface="Calibri" pitchFamily="34" charset="0"/>
                <a:ea typeface="Calibri" pitchFamily="34" charset="-122"/>
                <a:cs typeface="Calibri" pitchFamily="34" charset="-120"/>
              </a:rPr>
              <a:t>Preprocessing</a:t>
            </a:r>
            <a:endParaRPr lang="en-US" sz="1100" dirty="0"/>
          </a:p>
        </p:txBody>
      </p:sp>
      <p:sp>
        <p:nvSpPr>
          <p:cNvPr id="13" name="Text 11"/>
          <p:cNvSpPr/>
          <p:nvPr/>
        </p:nvSpPr>
        <p:spPr>
          <a:xfrm>
            <a:off x="3051810" y="3383280"/>
            <a:ext cx="1051560" cy="77724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Shape 12"/>
          <p:cNvSpPr/>
          <p:nvPr/>
        </p:nvSpPr>
        <p:spPr>
          <a:xfrm>
            <a:off x="4303395" y="3383280"/>
            <a:ext cx="1051560" cy="777240"/>
          </a:xfrm>
          <a:prstGeom prst="ellipse">
            <a:avLst/>
          </a:prstGeom>
          <a:solidFill>
            <a:srgbClr val="6E5AE0"/>
          </a:solidFill>
          <a:ln w="38100">
            <a:solidFill>
              <a:srgbClr val="13102B"/>
            </a:solidFill>
            <a:prstDash val="solid"/>
          </a:ln>
        </p:spPr>
        <p:txBody>
          <a:bodyPr/>
          <a:lstStyle/>
          <a:p>
            <a:endParaRPr lang="en-IN"/>
          </a:p>
        </p:txBody>
      </p:sp>
      <p:sp>
        <p:nvSpPr>
          <p:cNvPr id="15" name="Text 13"/>
          <p:cNvSpPr/>
          <p:nvPr/>
        </p:nvSpPr>
        <p:spPr>
          <a:xfrm>
            <a:off x="4074795" y="2743200"/>
            <a:ext cx="1508760" cy="502920"/>
          </a:xfrm>
          <a:prstGeom prst="rect">
            <a:avLst/>
          </a:prstGeom>
          <a:noFill/>
          <a:ln/>
        </p:spPr>
        <p:txBody>
          <a:bodyPr wrap="square" rtlCol="0" anchor="ctr"/>
          <a:lstStyle/>
          <a:p>
            <a:pPr marL="0" indent="0" algn="ctr">
              <a:buNone/>
            </a:pPr>
            <a:r>
              <a:rPr lang="en-US" sz="1100" dirty="0">
                <a:solidFill>
                  <a:srgbClr val="E7E4F5"/>
                </a:solidFill>
                <a:latin typeface="Calibri" pitchFamily="34" charset="0"/>
                <a:ea typeface="Calibri" pitchFamily="34" charset="-122"/>
                <a:cs typeface="Calibri" pitchFamily="34" charset="-120"/>
              </a:rPr>
              <a:t>Scaling</a:t>
            </a:r>
            <a:endParaRPr lang="en-US" sz="1100" dirty="0"/>
          </a:p>
        </p:txBody>
      </p:sp>
      <p:sp>
        <p:nvSpPr>
          <p:cNvPr id="16" name="Text 14"/>
          <p:cNvSpPr/>
          <p:nvPr/>
        </p:nvSpPr>
        <p:spPr>
          <a:xfrm>
            <a:off x="4303395" y="3383280"/>
            <a:ext cx="1051560" cy="77724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7" name="Shape 15"/>
          <p:cNvSpPr/>
          <p:nvPr/>
        </p:nvSpPr>
        <p:spPr>
          <a:xfrm>
            <a:off x="5554980" y="3383280"/>
            <a:ext cx="1051560" cy="777240"/>
          </a:xfrm>
          <a:prstGeom prst="ellipse">
            <a:avLst/>
          </a:prstGeom>
          <a:solidFill>
            <a:srgbClr val="FF9900"/>
          </a:solidFill>
          <a:ln w="38100">
            <a:solidFill>
              <a:srgbClr val="13102B"/>
            </a:solidFill>
            <a:prstDash val="solid"/>
          </a:ln>
        </p:spPr>
        <p:txBody>
          <a:bodyPr/>
          <a:lstStyle/>
          <a:p>
            <a:endParaRPr lang="en-IN"/>
          </a:p>
        </p:txBody>
      </p:sp>
      <p:sp>
        <p:nvSpPr>
          <p:cNvPr id="18" name="Text 16"/>
          <p:cNvSpPr/>
          <p:nvPr/>
        </p:nvSpPr>
        <p:spPr>
          <a:xfrm>
            <a:off x="5326380" y="2743200"/>
            <a:ext cx="1508760" cy="502920"/>
          </a:xfrm>
          <a:prstGeom prst="rect">
            <a:avLst/>
          </a:prstGeom>
          <a:noFill/>
          <a:ln/>
        </p:spPr>
        <p:txBody>
          <a:bodyPr wrap="square" rtlCol="0" anchor="ctr"/>
          <a:lstStyle/>
          <a:p>
            <a:pPr marL="0" indent="0" algn="ctr">
              <a:buNone/>
            </a:pPr>
            <a:r>
              <a:rPr lang="en-US" sz="1100" b="1" dirty="0">
                <a:solidFill>
                  <a:srgbClr val="E7E4F5"/>
                </a:solidFill>
                <a:latin typeface="Calibri" pitchFamily="34" charset="0"/>
                <a:ea typeface="Calibri" pitchFamily="34" charset="-122"/>
                <a:cs typeface="Calibri" pitchFamily="34" charset="-120"/>
              </a:rPr>
              <a:t>K-Means</a:t>
            </a:r>
            <a:endParaRPr lang="en-US" sz="1100" dirty="0"/>
          </a:p>
        </p:txBody>
      </p:sp>
      <p:sp>
        <p:nvSpPr>
          <p:cNvPr id="19" name="Text 17"/>
          <p:cNvSpPr/>
          <p:nvPr/>
        </p:nvSpPr>
        <p:spPr>
          <a:xfrm>
            <a:off x="5554980" y="3383280"/>
            <a:ext cx="1051560" cy="77724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0" name="Shape 18"/>
          <p:cNvSpPr/>
          <p:nvPr/>
        </p:nvSpPr>
        <p:spPr>
          <a:xfrm>
            <a:off x="6806565" y="3383280"/>
            <a:ext cx="1051560" cy="777240"/>
          </a:xfrm>
          <a:prstGeom prst="ellipse">
            <a:avLst/>
          </a:prstGeom>
          <a:solidFill>
            <a:srgbClr val="FF9900"/>
          </a:solidFill>
          <a:ln w="38100">
            <a:solidFill>
              <a:srgbClr val="13102B"/>
            </a:solidFill>
            <a:prstDash val="solid"/>
          </a:ln>
        </p:spPr>
        <p:txBody>
          <a:bodyPr/>
          <a:lstStyle/>
          <a:p>
            <a:endParaRPr lang="en-IN"/>
          </a:p>
        </p:txBody>
      </p:sp>
      <p:sp>
        <p:nvSpPr>
          <p:cNvPr id="21" name="Text 19"/>
          <p:cNvSpPr/>
          <p:nvPr/>
        </p:nvSpPr>
        <p:spPr>
          <a:xfrm>
            <a:off x="6577965" y="2743200"/>
            <a:ext cx="1508760" cy="502920"/>
          </a:xfrm>
          <a:prstGeom prst="rect">
            <a:avLst/>
          </a:prstGeom>
          <a:noFill/>
          <a:ln/>
        </p:spPr>
        <p:txBody>
          <a:bodyPr wrap="square" rtlCol="0" anchor="ctr"/>
          <a:lstStyle/>
          <a:p>
            <a:pPr marL="0" indent="0" algn="ctr">
              <a:buNone/>
            </a:pPr>
            <a:r>
              <a:rPr lang="en-US" sz="1100" b="1" dirty="0">
                <a:solidFill>
                  <a:srgbClr val="E7E4F5"/>
                </a:solidFill>
                <a:latin typeface="Calibri" pitchFamily="34" charset="0"/>
                <a:ea typeface="Calibri" pitchFamily="34" charset="-122"/>
                <a:cs typeface="Calibri" pitchFamily="34" charset="-120"/>
              </a:rPr>
              <a:t>DBSCAN</a:t>
            </a:r>
            <a:endParaRPr lang="en-US" sz="1100" dirty="0"/>
          </a:p>
        </p:txBody>
      </p:sp>
      <p:sp>
        <p:nvSpPr>
          <p:cNvPr id="22" name="Text 20"/>
          <p:cNvSpPr/>
          <p:nvPr/>
        </p:nvSpPr>
        <p:spPr>
          <a:xfrm>
            <a:off x="6806565" y="3383280"/>
            <a:ext cx="1051560" cy="77724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3" name="Shape 21"/>
          <p:cNvSpPr/>
          <p:nvPr/>
        </p:nvSpPr>
        <p:spPr>
          <a:xfrm>
            <a:off x="8058150" y="3383280"/>
            <a:ext cx="1051560" cy="777240"/>
          </a:xfrm>
          <a:prstGeom prst="ellipse">
            <a:avLst/>
          </a:prstGeom>
          <a:solidFill>
            <a:srgbClr val="6E5AE0"/>
          </a:solidFill>
          <a:ln w="38100">
            <a:solidFill>
              <a:srgbClr val="13102B"/>
            </a:solidFill>
            <a:prstDash val="solid"/>
          </a:ln>
        </p:spPr>
        <p:txBody>
          <a:bodyPr/>
          <a:lstStyle/>
          <a:p>
            <a:endParaRPr lang="en-IN"/>
          </a:p>
        </p:txBody>
      </p:sp>
      <p:sp>
        <p:nvSpPr>
          <p:cNvPr id="24" name="Text 22"/>
          <p:cNvSpPr/>
          <p:nvPr/>
        </p:nvSpPr>
        <p:spPr>
          <a:xfrm>
            <a:off x="7829550" y="2743200"/>
            <a:ext cx="1508760" cy="502920"/>
          </a:xfrm>
          <a:prstGeom prst="rect">
            <a:avLst/>
          </a:prstGeom>
          <a:noFill/>
          <a:ln/>
        </p:spPr>
        <p:txBody>
          <a:bodyPr wrap="square" rtlCol="0" anchor="ctr"/>
          <a:lstStyle/>
          <a:p>
            <a:pPr marL="0" indent="0" algn="ctr">
              <a:buNone/>
            </a:pPr>
            <a:r>
              <a:rPr lang="en-US" sz="1100" dirty="0">
                <a:solidFill>
                  <a:srgbClr val="E7E4F5"/>
                </a:solidFill>
                <a:latin typeface="Calibri" pitchFamily="34" charset="0"/>
                <a:ea typeface="Calibri" pitchFamily="34" charset="-122"/>
                <a:cs typeface="Calibri" pitchFamily="34" charset="-120"/>
              </a:rPr>
              <a:t>Evaluation</a:t>
            </a:r>
            <a:endParaRPr lang="en-US" sz="1100" dirty="0"/>
          </a:p>
        </p:txBody>
      </p:sp>
      <p:sp>
        <p:nvSpPr>
          <p:cNvPr id="25" name="Text 23"/>
          <p:cNvSpPr/>
          <p:nvPr/>
        </p:nvSpPr>
        <p:spPr>
          <a:xfrm>
            <a:off x="8058150" y="3383280"/>
            <a:ext cx="1051560" cy="77724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26" name="Shape 24"/>
          <p:cNvSpPr/>
          <p:nvPr/>
        </p:nvSpPr>
        <p:spPr>
          <a:xfrm>
            <a:off x="9309735" y="3383280"/>
            <a:ext cx="1051560" cy="777240"/>
          </a:xfrm>
          <a:prstGeom prst="ellipse">
            <a:avLst/>
          </a:prstGeom>
          <a:solidFill>
            <a:srgbClr val="6E5AE0"/>
          </a:solidFill>
          <a:ln w="38100">
            <a:solidFill>
              <a:srgbClr val="13102B"/>
            </a:solidFill>
            <a:prstDash val="solid"/>
          </a:ln>
        </p:spPr>
        <p:txBody>
          <a:bodyPr/>
          <a:lstStyle/>
          <a:p>
            <a:endParaRPr lang="en-IN"/>
          </a:p>
        </p:txBody>
      </p:sp>
      <p:sp>
        <p:nvSpPr>
          <p:cNvPr id="27" name="Text 25"/>
          <p:cNvSpPr/>
          <p:nvPr/>
        </p:nvSpPr>
        <p:spPr>
          <a:xfrm>
            <a:off x="9081135" y="2743200"/>
            <a:ext cx="1508760" cy="502920"/>
          </a:xfrm>
          <a:prstGeom prst="rect">
            <a:avLst/>
          </a:prstGeom>
          <a:noFill/>
          <a:ln/>
        </p:spPr>
        <p:txBody>
          <a:bodyPr wrap="square" rtlCol="0" anchor="ctr"/>
          <a:lstStyle/>
          <a:p>
            <a:pPr marL="0" indent="0" algn="ctr">
              <a:buNone/>
            </a:pPr>
            <a:r>
              <a:rPr lang="en-US" sz="1100" dirty="0">
                <a:solidFill>
                  <a:srgbClr val="E7E4F5"/>
                </a:solidFill>
                <a:latin typeface="Calibri" pitchFamily="34" charset="0"/>
                <a:ea typeface="Calibri" pitchFamily="34" charset="-122"/>
                <a:cs typeface="Calibri" pitchFamily="34" charset="-120"/>
              </a:rPr>
              <a:t>Visualization</a:t>
            </a:r>
            <a:endParaRPr lang="en-US" sz="1100" dirty="0"/>
          </a:p>
        </p:txBody>
      </p:sp>
      <p:sp>
        <p:nvSpPr>
          <p:cNvPr id="28" name="Text 26"/>
          <p:cNvSpPr/>
          <p:nvPr/>
        </p:nvSpPr>
        <p:spPr>
          <a:xfrm>
            <a:off x="9309735" y="3383280"/>
            <a:ext cx="1051560" cy="77724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29" name="Shape 27"/>
          <p:cNvSpPr/>
          <p:nvPr/>
        </p:nvSpPr>
        <p:spPr>
          <a:xfrm>
            <a:off x="10561320" y="3383280"/>
            <a:ext cx="1051560" cy="777240"/>
          </a:xfrm>
          <a:prstGeom prst="ellipse">
            <a:avLst/>
          </a:prstGeom>
          <a:solidFill>
            <a:srgbClr val="6E5AE0"/>
          </a:solidFill>
          <a:ln w="38100">
            <a:solidFill>
              <a:srgbClr val="13102B"/>
            </a:solidFill>
            <a:prstDash val="solid"/>
          </a:ln>
        </p:spPr>
        <p:txBody>
          <a:bodyPr/>
          <a:lstStyle/>
          <a:p>
            <a:endParaRPr lang="en-IN"/>
          </a:p>
        </p:txBody>
      </p:sp>
      <p:sp>
        <p:nvSpPr>
          <p:cNvPr id="30" name="Text 28"/>
          <p:cNvSpPr/>
          <p:nvPr/>
        </p:nvSpPr>
        <p:spPr>
          <a:xfrm>
            <a:off x="10332720" y="2743200"/>
            <a:ext cx="1508760" cy="502920"/>
          </a:xfrm>
          <a:prstGeom prst="rect">
            <a:avLst/>
          </a:prstGeom>
          <a:noFill/>
          <a:ln/>
        </p:spPr>
        <p:txBody>
          <a:bodyPr wrap="square" rtlCol="0" anchor="ctr"/>
          <a:lstStyle/>
          <a:p>
            <a:pPr marL="0" indent="0" algn="ctr">
              <a:buNone/>
            </a:pPr>
            <a:r>
              <a:rPr lang="en-US" sz="1100" dirty="0">
                <a:solidFill>
                  <a:srgbClr val="E7E4F5"/>
                </a:solidFill>
                <a:latin typeface="Calibri" pitchFamily="34" charset="0"/>
                <a:ea typeface="Calibri" pitchFamily="34" charset="-122"/>
                <a:cs typeface="Calibri" pitchFamily="34" charset="-120"/>
              </a:rPr>
              <a:t>Conclusion</a:t>
            </a:r>
            <a:endParaRPr lang="en-US" sz="1100" dirty="0"/>
          </a:p>
        </p:txBody>
      </p:sp>
      <p:sp>
        <p:nvSpPr>
          <p:cNvPr id="31" name="Text 29"/>
          <p:cNvSpPr/>
          <p:nvPr/>
        </p:nvSpPr>
        <p:spPr>
          <a:xfrm>
            <a:off x="10561320" y="3383280"/>
            <a:ext cx="1051560" cy="77724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9</a:t>
            </a:r>
            <a:endParaRPr lang="en-US" sz="1800" dirty="0"/>
          </a:p>
        </p:txBody>
      </p:sp>
      <p:sp>
        <p:nvSpPr>
          <p:cNvPr id="32" name="Text 30"/>
          <p:cNvSpPr/>
          <p:nvPr/>
        </p:nvSpPr>
        <p:spPr>
          <a:xfrm>
            <a:off x="548640" y="4846320"/>
            <a:ext cx="10058400" cy="457200"/>
          </a:xfrm>
          <a:prstGeom prst="rect">
            <a:avLst/>
          </a:prstGeom>
          <a:noFill/>
          <a:ln/>
        </p:spPr>
        <p:txBody>
          <a:bodyPr wrap="square" rtlCol="0" anchor="ctr"/>
          <a:lstStyle/>
          <a:p>
            <a:pPr marL="0" indent="0">
              <a:buNone/>
            </a:pPr>
            <a:r>
              <a:rPr lang="en-US" sz="1300" i="1" dirty="0">
                <a:solidFill>
                  <a:srgbClr val="A79FD1"/>
                </a:solidFill>
                <a:latin typeface="Calibri" pitchFamily="34" charset="0"/>
                <a:ea typeface="Calibri" pitchFamily="34" charset="-122"/>
                <a:cs typeface="Calibri" pitchFamily="34" charset="-120"/>
              </a:rPr>
              <a:t>K-Means and DBSCAN are run in parallel and compared before final evaluation.</a:t>
            </a:r>
            <a:endParaRPr lang="en-US" sz="1300" dirty="0"/>
          </a:p>
        </p:txBody>
      </p:sp>
      <p:sp>
        <p:nvSpPr>
          <p:cNvPr id="33" name="Text 31"/>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6E5AE0"/>
                </a:solidFill>
                <a:latin typeface="Calibri" pitchFamily="34" charset="0"/>
                <a:ea typeface="Calibri" pitchFamily="34" charset="-122"/>
                <a:cs typeface="Calibri" pitchFamily="34" charset="-120"/>
              </a:rPr>
              <a:t>PREPARATION</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13102B"/>
                </a:solidFill>
                <a:latin typeface="Cambria" pitchFamily="34" charset="0"/>
                <a:ea typeface="Cambria" pitchFamily="34" charset="-122"/>
                <a:cs typeface="Cambria" pitchFamily="34" charset="-120"/>
              </a:rPr>
              <a:t>EDA &amp; Preprocessing</a:t>
            </a:r>
            <a:endParaRPr lang="en-US" sz="3200" dirty="0"/>
          </a:p>
        </p:txBody>
      </p:sp>
      <p:sp>
        <p:nvSpPr>
          <p:cNvPr id="4" name="Shape 2"/>
          <p:cNvSpPr/>
          <p:nvPr/>
        </p:nvSpPr>
        <p:spPr>
          <a:xfrm>
            <a:off x="548640" y="1828800"/>
            <a:ext cx="2606040" cy="3108960"/>
          </a:xfrm>
          <a:prstGeom prst="roundRect">
            <a:avLst>
              <a:gd name="adj" fmla="val 3509"/>
            </a:avLst>
          </a:prstGeom>
          <a:solidFill>
            <a:srgbClr val="13102B"/>
          </a:solidFill>
          <a:ln/>
        </p:spPr>
        <p:txBody>
          <a:bodyPr/>
          <a:lstStyle/>
          <a:p>
            <a:endParaRPr lang="en-IN"/>
          </a:p>
        </p:txBody>
      </p:sp>
      <p:sp>
        <p:nvSpPr>
          <p:cNvPr id="5" name="Shape 3"/>
          <p:cNvSpPr/>
          <p:nvPr/>
        </p:nvSpPr>
        <p:spPr>
          <a:xfrm>
            <a:off x="822960" y="2148840"/>
            <a:ext cx="502920" cy="502920"/>
          </a:xfrm>
          <a:prstGeom prst="ellipse">
            <a:avLst/>
          </a:prstGeom>
          <a:solidFill>
            <a:srgbClr val="3FE0D0"/>
          </a:solidFill>
          <a:ln/>
        </p:spPr>
        <p:txBody>
          <a:bodyPr/>
          <a:lstStyle/>
          <a:p>
            <a:endParaRPr lang="en-IN"/>
          </a:p>
        </p:txBody>
      </p:sp>
      <p:sp>
        <p:nvSpPr>
          <p:cNvPr id="6" name="Text 4"/>
          <p:cNvSpPr/>
          <p:nvPr/>
        </p:nvSpPr>
        <p:spPr>
          <a:xfrm>
            <a:off x="822960" y="2148840"/>
            <a:ext cx="502920" cy="502920"/>
          </a:xfrm>
          <a:prstGeom prst="rect">
            <a:avLst/>
          </a:prstGeom>
          <a:noFill/>
          <a:ln/>
        </p:spPr>
        <p:txBody>
          <a:bodyPr wrap="square" rtlCol="0" anchor="ctr"/>
          <a:lstStyle/>
          <a:p>
            <a:pPr marL="0" indent="0" algn="ctr">
              <a:buNone/>
            </a:pPr>
            <a:r>
              <a:rPr lang="en-US" sz="1800" b="1" dirty="0">
                <a:solidFill>
                  <a:srgbClr val="13102B"/>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822960" y="2880360"/>
            <a:ext cx="205740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Missing Values</a:t>
            </a:r>
            <a:endParaRPr lang="en-US" sz="1600" dirty="0"/>
          </a:p>
        </p:txBody>
      </p:sp>
      <p:sp>
        <p:nvSpPr>
          <p:cNvPr id="8" name="Text 6"/>
          <p:cNvSpPr/>
          <p:nvPr/>
        </p:nvSpPr>
        <p:spPr>
          <a:xfrm>
            <a:off x="822960" y="3429000"/>
            <a:ext cx="2057400" cy="1371600"/>
          </a:xfrm>
          <a:prstGeom prst="rect">
            <a:avLst/>
          </a:prstGeom>
          <a:noFill/>
          <a:ln/>
        </p:spPr>
        <p:txBody>
          <a:bodyPr wrap="square" rtlCol="0" anchor="ctr"/>
          <a:lstStyle/>
          <a:p>
            <a:pPr marL="0" indent="0">
              <a:lnSpc>
                <a:spcPct val="125000"/>
              </a:lnSpc>
              <a:buNone/>
            </a:pPr>
            <a:r>
              <a:rPr lang="en-US" sz="1200" dirty="0">
                <a:solidFill>
                  <a:srgbClr val="A79FD1"/>
                </a:solidFill>
                <a:latin typeface="Calibri" pitchFamily="34" charset="0"/>
                <a:ea typeface="Calibri" pitchFamily="34" charset="-122"/>
                <a:cs typeface="Calibri" pitchFamily="34" charset="-120"/>
              </a:rPr>
              <a:t>Checked and handled null entries across all feature columns</a:t>
            </a:r>
            <a:endParaRPr lang="en-US" sz="1200" dirty="0"/>
          </a:p>
        </p:txBody>
      </p:sp>
      <p:sp>
        <p:nvSpPr>
          <p:cNvPr id="9" name="Shape 7"/>
          <p:cNvSpPr/>
          <p:nvPr/>
        </p:nvSpPr>
        <p:spPr>
          <a:xfrm>
            <a:off x="3383280" y="1828800"/>
            <a:ext cx="2606040" cy="3108960"/>
          </a:xfrm>
          <a:prstGeom prst="roundRect">
            <a:avLst>
              <a:gd name="adj" fmla="val 3509"/>
            </a:avLst>
          </a:prstGeom>
          <a:solidFill>
            <a:srgbClr val="13102B"/>
          </a:solidFill>
          <a:ln/>
        </p:spPr>
        <p:txBody>
          <a:bodyPr/>
          <a:lstStyle/>
          <a:p>
            <a:endParaRPr lang="en-IN"/>
          </a:p>
        </p:txBody>
      </p:sp>
      <p:sp>
        <p:nvSpPr>
          <p:cNvPr id="10" name="Shape 8"/>
          <p:cNvSpPr/>
          <p:nvPr/>
        </p:nvSpPr>
        <p:spPr>
          <a:xfrm>
            <a:off x="3657600" y="2148840"/>
            <a:ext cx="502920" cy="502920"/>
          </a:xfrm>
          <a:prstGeom prst="ellipse">
            <a:avLst/>
          </a:prstGeom>
          <a:solidFill>
            <a:srgbClr val="3FE0D0"/>
          </a:solidFill>
          <a:ln/>
        </p:spPr>
        <p:txBody>
          <a:bodyPr/>
          <a:lstStyle/>
          <a:p>
            <a:endParaRPr lang="en-IN"/>
          </a:p>
        </p:txBody>
      </p:sp>
      <p:sp>
        <p:nvSpPr>
          <p:cNvPr id="11" name="Text 9"/>
          <p:cNvSpPr/>
          <p:nvPr/>
        </p:nvSpPr>
        <p:spPr>
          <a:xfrm>
            <a:off x="3657600" y="2148840"/>
            <a:ext cx="502920" cy="502920"/>
          </a:xfrm>
          <a:prstGeom prst="rect">
            <a:avLst/>
          </a:prstGeom>
          <a:noFill/>
          <a:ln/>
        </p:spPr>
        <p:txBody>
          <a:bodyPr wrap="square" rtlCol="0" anchor="ctr"/>
          <a:lstStyle/>
          <a:p>
            <a:pPr marL="0" indent="0" algn="ctr">
              <a:buNone/>
            </a:pPr>
            <a:r>
              <a:rPr lang="en-US" sz="1800" b="1" dirty="0">
                <a:solidFill>
                  <a:srgbClr val="13102B"/>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3657600" y="2880360"/>
            <a:ext cx="205740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Duplicates</a:t>
            </a:r>
            <a:endParaRPr lang="en-US" sz="1600" dirty="0"/>
          </a:p>
        </p:txBody>
      </p:sp>
      <p:sp>
        <p:nvSpPr>
          <p:cNvPr id="13" name="Text 11"/>
          <p:cNvSpPr/>
          <p:nvPr/>
        </p:nvSpPr>
        <p:spPr>
          <a:xfrm>
            <a:off x="3657600" y="3429000"/>
            <a:ext cx="2057400" cy="1371600"/>
          </a:xfrm>
          <a:prstGeom prst="rect">
            <a:avLst/>
          </a:prstGeom>
          <a:noFill/>
          <a:ln/>
        </p:spPr>
        <p:txBody>
          <a:bodyPr wrap="square" rtlCol="0" anchor="ctr"/>
          <a:lstStyle/>
          <a:p>
            <a:pPr>
              <a:lnSpc>
                <a:spcPct val="125000"/>
              </a:lnSpc>
            </a:pPr>
            <a:r>
              <a:rPr lang="en-US" sz="1200" dirty="0">
                <a:solidFill>
                  <a:srgbClr val="A79FD1"/>
                </a:solidFill>
                <a:latin typeface="Calibri" pitchFamily="34" charset="0"/>
                <a:ea typeface="Calibri" pitchFamily="34" charset="-122"/>
                <a:cs typeface="Calibri" pitchFamily="34" charset="-120"/>
              </a:rPr>
              <a:t>No duplicate track records Identified</a:t>
            </a:r>
            <a:endParaRPr lang="en-US" sz="1200" dirty="0"/>
          </a:p>
        </p:txBody>
      </p:sp>
      <p:sp>
        <p:nvSpPr>
          <p:cNvPr id="14" name="Shape 12"/>
          <p:cNvSpPr/>
          <p:nvPr/>
        </p:nvSpPr>
        <p:spPr>
          <a:xfrm>
            <a:off x="6217920" y="1828800"/>
            <a:ext cx="2606040" cy="3108960"/>
          </a:xfrm>
          <a:prstGeom prst="roundRect">
            <a:avLst>
              <a:gd name="adj" fmla="val 3509"/>
            </a:avLst>
          </a:prstGeom>
          <a:solidFill>
            <a:srgbClr val="13102B"/>
          </a:solidFill>
          <a:ln/>
        </p:spPr>
        <p:txBody>
          <a:bodyPr/>
          <a:lstStyle/>
          <a:p>
            <a:endParaRPr lang="en-IN"/>
          </a:p>
        </p:txBody>
      </p:sp>
      <p:sp>
        <p:nvSpPr>
          <p:cNvPr id="15" name="Shape 13"/>
          <p:cNvSpPr/>
          <p:nvPr/>
        </p:nvSpPr>
        <p:spPr>
          <a:xfrm>
            <a:off x="6492240" y="2148840"/>
            <a:ext cx="502920" cy="502920"/>
          </a:xfrm>
          <a:prstGeom prst="ellipse">
            <a:avLst/>
          </a:prstGeom>
          <a:solidFill>
            <a:srgbClr val="3FE0D0"/>
          </a:solidFill>
          <a:ln/>
        </p:spPr>
        <p:txBody>
          <a:bodyPr/>
          <a:lstStyle/>
          <a:p>
            <a:endParaRPr lang="en-IN"/>
          </a:p>
        </p:txBody>
      </p:sp>
      <p:sp>
        <p:nvSpPr>
          <p:cNvPr id="16" name="Text 14"/>
          <p:cNvSpPr/>
          <p:nvPr/>
        </p:nvSpPr>
        <p:spPr>
          <a:xfrm>
            <a:off x="6492240" y="2148840"/>
            <a:ext cx="502920" cy="502920"/>
          </a:xfrm>
          <a:prstGeom prst="rect">
            <a:avLst/>
          </a:prstGeom>
          <a:noFill/>
          <a:ln/>
        </p:spPr>
        <p:txBody>
          <a:bodyPr wrap="square" rtlCol="0" anchor="ctr"/>
          <a:lstStyle/>
          <a:p>
            <a:pPr marL="0" indent="0" algn="ctr">
              <a:buNone/>
            </a:pPr>
            <a:r>
              <a:rPr lang="en-US" sz="1800" b="1" dirty="0">
                <a:solidFill>
                  <a:srgbClr val="13102B"/>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6492240" y="2880360"/>
            <a:ext cx="205740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Correlation</a:t>
            </a:r>
            <a:endParaRPr lang="en-US" sz="1600" dirty="0"/>
          </a:p>
        </p:txBody>
      </p:sp>
      <p:sp>
        <p:nvSpPr>
          <p:cNvPr id="18" name="Text 16"/>
          <p:cNvSpPr/>
          <p:nvPr/>
        </p:nvSpPr>
        <p:spPr>
          <a:xfrm>
            <a:off x="6492240" y="3429000"/>
            <a:ext cx="2057400" cy="1371600"/>
          </a:xfrm>
          <a:prstGeom prst="rect">
            <a:avLst/>
          </a:prstGeom>
          <a:noFill/>
          <a:ln/>
        </p:spPr>
        <p:txBody>
          <a:bodyPr wrap="square" rtlCol="0" anchor="ctr"/>
          <a:lstStyle/>
          <a:p>
            <a:pPr marL="0" indent="0">
              <a:lnSpc>
                <a:spcPct val="125000"/>
              </a:lnSpc>
              <a:buNone/>
            </a:pPr>
            <a:r>
              <a:rPr lang="en-US" sz="1200" dirty="0">
                <a:solidFill>
                  <a:srgbClr val="A79FD1"/>
                </a:solidFill>
                <a:latin typeface="Calibri" pitchFamily="34" charset="0"/>
                <a:ea typeface="Calibri" pitchFamily="34" charset="-122"/>
                <a:cs typeface="Calibri" pitchFamily="34" charset="-120"/>
              </a:rPr>
              <a:t>Analyzed feature relationships to guide selection</a:t>
            </a:r>
            <a:endParaRPr lang="en-US" sz="1200" dirty="0"/>
          </a:p>
        </p:txBody>
      </p:sp>
      <p:sp>
        <p:nvSpPr>
          <p:cNvPr id="19" name="Shape 17"/>
          <p:cNvSpPr/>
          <p:nvPr/>
        </p:nvSpPr>
        <p:spPr>
          <a:xfrm>
            <a:off x="9052560" y="1828800"/>
            <a:ext cx="2606040" cy="3108960"/>
          </a:xfrm>
          <a:prstGeom prst="roundRect">
            <a:avLst>
              <a:gd name="adj" fmla="val 3509"/>
            </a:avLst>
          </a:prstGeom>
          <a:solidFill>
            <a:srgbClr val="FF9900"/>
          </a:solidFill>
          <a:ln/>
        </p:spPr>
        <p:txBody>
          <a:bodyPr/>
          <a:lstStyle/>
          <a:p>
            <a:endParaRPr lang="en-IN"/>
          </a:p>
        </p:txBody>
      </p:sp>
      <p:sp>
        <p:nvSpPr>
          <p:cNvPr id="20" name="Shape 18"/>
          <p:cNvSpPr/>
          <p:nvPr/>
        </p:nvSpPr>
        <p:spPr>
          <a:xfrm>
            <a:off x="9326880" y="2148840"/>
            <a:ext cx="502920" cy="502920"/>
          </a:xfrm>
          <a:prstGeom prst="ellipse">
            <a:avLst/>
          </a:prstGeom>
          <a:solidFill>
            <a:srgbClr val="13102B"/>
          </a:solidFill>
          <a:ln/>
        </p:spPr>
        <p:txBody>
          <a:bodyPr/>
          <a:lstStyle/>
          <a:p>
            <a:endParaRPr lang="en-IN"/>
          </a:p>
        </p:txBody>
      </p:sp>
      <p:sp>
        <p:nvSpPr>
          <p:cNvPr id="21" name="Text 19"/>
          <p:cNvSpPr/>
          <p:nvPr/>
        </p:nvSpPr>
        <p:spPr>
          <a:xfrm>
            <a:off x="9326880" y="2148840"/>
            <a:ext cx="502920" cy="502920"/>
          </a:xfrm>
          <a:prstGeom prst="rect">
            <a:avLst/>
          </a:prstGeom>
          <a:noFill/>
          <a:ln/>
        </p:spPr>
        <p:txBody>
          <a:bodyPr wrap="square" rtlCol="0" anchor="ctr"/>
          <a:lstStyle/>
          <a:p>
            <a:pPr marL="0" indent="0" algn="ctr">
              <a:buNone/>
            </a:pPr>
            <a:r>
              <a:rPr lang="en-US" sz="1800" b="1" dirty="0">
                <a:solidFill>
                  <a:srgbClr val="FF9900"/>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9326880" y="2880360"/>
            <a:ext cx="205740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Feature Scaling</a:t>
            </a:r>
            <a:endParaRPr lang="en-US" sz="1600" dirty="0"/>
          </a:p>
        </p:txBody>
      </p:sp>
      <p:sp>
        <p:nvSpPr>
          <p:cNvPr id="23" name="Text 21"/>
          <p:cNvSpPr/>
          <p:nvPr/>
        </p:nvSpPr>
        <p:spPr>
          <a:xfrm>
            <a:off x="9326880" y="3429000"/>
            <a:ext cx="2057400" cy="1371600"/>
          </a:xfrm>
          <a:prstGeom prst="rect">
            <a:avLst/>
          </a:prstGeom>
          <a:noFill/>
          <a:ln/>
        </p:spPr>
        <p:txBody>
          <a:bodyPr wrap="square" rtlCol="0" anchor="ctr"/>
          <a:lstStyle/>
          <a:p>
            <a:pPr marL="0" indent="0">
              <a:lnSpc>
                <a:spcPct val="125000"/>
              </a:lnSpc>
              <a:buNone/>
            </a:pPr>
            <a:r>
              <a:rPr lang="en-US" sz="1200" dirty="0">
                <a:solidFill>
                  <a:srgbClr val="3A2400"/>
                </a:solidFill>
                <a:latin typeface="Calibri" pitchFamily="34" charset="0"/>
                <a:ea typeface="Calibri" pitchFamily="34" charset="-122"/>
                <a:cs typeface="Calibri" pitchFamily="34" charset="-120"/>
              </a:rPr>
              <a:t>Standardized all features using StandardScaler</a:t>
            </a:r>
            <a:endParaRPr lang="en-US" sz="1200" dirty="0"/>
          </a:p>
        </p:txBody>
      </p:sp>
      <p:sp>
        <p:nvSpPr>
          <p:cNvPr id="24" name="Text 22"/>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02B"/>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3FE0D0"/>
                </a:solidFill>
                <a:latin typeface="Calibri" pitchFamily="34" charset="0"/>
                <a:ea typeface="Calibri" pitchFamily="34" charset="-122"/>
                <a:cs typeface="Calibri" pitchFamily="34" charset="-120"/>
              </a:rPr>
              <a:t>ALGORITHM 1</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K-Means Clustering</a:t>
            </a:r>
            <a:endParaRPr lang="en-US" sz="3200" dirty="0"/>
          </a:p>
        </p:txBody>
      </p:sp>
      <p:sp>
        <p:nvSpPr>
          <p:cNvPr id="4" name="Text 2"/>
          <p:cNvSpPr/>
          <p:nvPr/>
        </p:nvSpPr>
        <p:spPr>
          <a:xfrm>
            <a:off x="548640" y="1508760"/>
            <a:ext cx="5486400" cy="822960"/>
          </a:xfrm>
          <a:prstGeom prst="rect">
            <a:avLst/>
          </a:prstGeom>
          <a:noFill/>
          <a:ln/>
        </p:spPr>
        <p:txBody>
          <a:bodyPr wrap="square" rtlCol="0" anchor="ctr"/>
          <a:lstStyle/>
          <a:p>
            <a:pPr marL="0" indent="0">
              <a:lnSpc>
                <a:spcPct val="120000"/>
              </a:lnSpc>
              <a:buNone/>
            </a:pPr>
            <a:r>
              <a:rPr lang="en-US" sz="1400" dirty="0">
                <a:solidFill>
                  <a:srgbClr val="E7E4F5"/>
                </a:solidFill>
                <a:latin typeface="Calibri" pitchFamily="34" charset="0"/>
                <a:ea typeface="Calibri" pitchFamily="34" charset="-122"/>
                <a:cs typeface="Calibri" pitchFamily="34" charset="-120"/>
              </a:rPr>
              <a:t>Optimal cluster count selected via Elbow Method, confirmed with Silhouette Score.</a:t>
            </a:r>
            <a:endParaRPr lang="en-US" sz="1400" dirty="0"/>
          </a:p>
        </p:txBody>
      </p:sp>
      <p:sp>
        <p:nvSpPr>
          <p:cNvPr id="5" name="Shape 3"/>
          <p:cNvSpPr/>
          <p:nvPr/>
        </p:nvSpPr>
        <p:spPr>
          <a:xfrm>
            <a:off x="548640" y="2468880"/>
            <a:ext cx="2651760" cy="2011680"/>
          </a:xfrm>
          <a:prstGeom prst="roundRect">
            <a:avLst>
              <a:gd name="adj" fmla="val 5455"/>
            </a:avLst>
          </a:prstGeom>
          <a:solidFill>
            <a:srgbClr val="6E5AE0"/>
          </a:solidFill>
          <a:ln/>
        </p:spPr>
        <p:txBody>
          <a:bodyPr/>
          <a:lstStyle/>
          <a:p>
            <a:endParaRPr lang="en-IN"/>
          </a:p>
        </p:txBody>
      </p:sp>
      <p:sp>
        <p:nvSpPr>
          <p:cNvPr id="6" name="Text 4"/>
          <p:cNvSpPr/>
          <p:nvPr/>
        </p:nvSpPr>
        <p:spPr>
          <a:xfrm>
            <a:off x="548640" y="2743200"/>
            <a:ext cx="2651760"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K = 3</a:t>
            </a:r>
            <a:endParaRPr lang="en-US" sz="4000" dirty="0"/>
          </a:p>
        </p:txBody>
      </p:sp>
      <p:sp>
        <p:nvSpPr>
          <p:cNvPr id="7" name="Text 5"/>
          <p:cNvSpPr/>
          <p:nvPr/>
        </p:nvSpPr>
        <p:spPr>
          <a:xfrm>
            <a:off x="548640" y="3520440"/>
            <a:ext cx="2651760" cy="457200"/>
          </a:xfrm>
          <a:prstGeom prst="rect">
            <a:avLst/>
          </a:prstGeom>
          <a:noFill/>
          <a:ln/>
        </p:spPr>
        <p:txBody>
          <a:bodyPr wrap="square" rtlCol="0" anchor="ctr"/>
          <a:lstStyle/>
          <a:p>
            <a:pPr marL="0" indent="0" algn="ctr">
              <a:buNone/>
            </a:pPr>
            <a:r>
              <a:rPr lang="en-US" sz="1100" kern="0" spc="200" dirty="0">
                <a:solidFill>
                  <a:srgbClr val="E9E4FF"/>
                </a:solidFill>
                <a:latin typeface="Calibri" pitchFamily="34" charset="0"/>
                <a:ea typeface="Calibri" pitchFamily="34" charset="-122"/>
                <a:cs typeface="Calibri" pitchFamily="34" charset="-120"/>
              </a:rPr>
              <a:t>OPTIMAL CLUSTERS</a:t>
            </a:r>
            <a:endParaRPr lang="en-US" sz="1100" dirty="0"/>
          </a:p>
        </p:txBody>
      </p:sp>
      <p:sp>
        <p:nvSpPr>
          <p:cNvPr id="8" name="Shape 6"/>
          <p:cNvSpPr/>
          <p:nvPr/>
        </p:nvSpPr>
        <p:spPr>
          <a:xfrm>
            <a:off x="3429000" y="2468880"/>
            <a:ext cx="2651760" cy="2011680"/>
          </a:xfrm>
          <a:prstGeom prst="roundRect">
            <a:avLst>
              <a:gd name="adj" fmla="val 5455"/>
            </a:avLst>
          </a:prstGeom>
          <a:solidFill>
            <a:srgbClr val="FF9900"/>
          </a:solidFill>
          <a:ln/>
        </p:spPr>
        <p:txBody>
          <a:bodyPr/>
          <a:lstStyle/>
          <a:p>
            <a:endParaRPr lang="en-IN"/>
          </a:p>
        </p:txBody>
      </p:sp>
      <p:sp>
        <p:nvSpPr>
          <p:cNvPr id="9" name="Text 7"/>
          <p:cNvSpPr/>
          <p:nvPr/>
        </p:nvSpPr>
        <p:spPr>
          <a:xfrm>
            <a:off x="3429000" y="2743200"/>
            <a:ext cx="2651760" cy="822960"/>
          </a:xfrm>
          <a:prstGeom prst="rect">
            <a:avLst/>
          </a:prstGeom>
          <a:noFill/>
          <a:ln/>
        </p:spPr>
        <p:txBody>
          <a:bodyPr wrap="square" rtlCol="0" anchor="ctr"/>
          <a:lstStyle/>
          <a:p>
            <a:pPr marL="0" indent="0" algn="ctr">
              <a:buNone/>
            </a:pPr>
            <a:r>
              <a:rPr lang="en-US" sz="3400" b="1" dirty="0">
                <a:solidFill>
                  <a:srgbClr val="13102B"/>
                </a:solidFill>
                <a:latin typeface="Cambria" pitchFamily="34" charset="0"/>
                <a:ea typeface="Cambria" pitchFamily="34" charset="-122"/>
                <a:cs typeface="Cambria" pitchFamily="34" charset="-120"/>
              </a:rPr>
              <a:t>0.2413</a:t>
            </a:r>
            <a:endParaRPr lang="en-US" sz="3400" dirty="0"/>
          </a:p>
        </p:txBody>
      </p:sp>
      <p:sp>
        <p:nvSpPr>
          <p:cNvPr id="10" name="Text 8"/>
          <p:cNvSpPr/>
          <p:nvPr/>
        </p:nvSpPr>
        <p:spPr>
          <a:xfrm>
            <a:off x="3429000" y="3520440"/>
            <a:ext cx="2651760" cy="457200"/>
          </a:xfrm>
          <a:prstGeom prst="rect">
            <a:avLst/>
          </a:prstGeom>
          <a:noFill/>
          <a:ln/>
        </p:spPr>
        <p:txBody>
          <a:bodyPr wrap="square" rtlCol="0" anchor="ctr"/>
          <a:lstStyle/>
          <a:p>
            <a:pPr marL="0" indent="0" algn="ctr">
              <a:buNone/>
            </a:pPr>
            <a:r>
              <a:rPr lang="en-US" sz="1100" kern="0" spc="150" dirty="0">
                <a:solidFill>
                  <a:srgbClr val="3A2400"/>
                </a:solidFill>
                <a:latin typeface="Calibri" pitchFamily="34" charset="0"/>
                <a:ea typeface="Calibri" pitchFamily="34" charset="-122"/>
                <a:cs typeface="Calibri" pitchFamily="34" charset="-120"/>
              </a:rPr>
              <a:t>SILHOUETTE SCORE</a:t>
            </a:r>
            <a:endParaRPr lang="en-US" sz="1100" dirty="0"/>
          </a:p>
        </p:txBody>
      </p:sp>
      <p:graphicFrame>
        <p:nvGraphicFramePr>
          <p:cNvPr id="11" name="Chart 0"/>
          <p:cNvGraphicFramePr/>
          <p:nvPr/>
        </p:nvGraphicFramePr>
        <p:xfrm>
          <a:off x="6492240" y="1691640"/>
          <a:ext cx="51206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355080" y="1554480"/>
            <a:ext cx="5394960" cy="3840480"/>
          </a:xfrm>
          <a:prstGeom prst="roundRect">
            <a:avLst>
              <a:gd name="adj" fmla="val 2381"/>
            </a:avLst>
          </a:prstGeom>
          <a:ln w="12700">
            <a:solidFill>
              <a:srgbClr val="2C2560"/>
            </a:solidFill>
            <a:prstDash val="solid"/>
          </a:ln>
        </p:spPr>
        <p:txBody>
          <a:bodyPr/>
          <a:lstStyle/>
          <a:p>
            <a:endParaRPr lang="en-IN"/>
          </a:p>
        </p:txBody>
      </p:sp>
      <p:sp>
        <p:nvSpPr>
          <p:cNvPr id="13" name="Text 10"/>
          <p:cNvSpPr/>
          <p:nvPr/>
        </p:nvSpPr>
        <p:spPr>
          <a:xfrm>
            <a:off x="548640" y="4709160"/>
            <a:ext cx="5486400" cy="640080"/>
          </a:xfrm>
          <a:prstGeom prst="rect">
            <a:avLst/>
          </a:prstGeom>
          <a:noFill/>
          <a:ln/>
        </p:spPr>
        <p:txBody>
          <a:bodyPr wrap="square" rtlCol="0" anchor="ctr"/>
          <a:lstStyle/>
          <a:p>
            <a:pPr marL="0" indent="0">
              <a:buNone/>
            </a:pPr>
            <a:r>
              <a:rPr lang="en-US" sz="1250" i="1" dirty="0">
                <a:solidFill>
                  <a:srgbClr val="A79FD1"/>
                </a:solidFill>
                <a:latin typeface="Calibri" pitchFamily="34" charset="0"/>
                <a:ea typeface="Calibri" pitchFamily="34" charset="-122"/>
                <a:cs typeface="Calibri" pitchFamily="34" charset="-120"/>
              </a:rPr>
              <a:t>Elbow flattens at K = 3, confirming the diminishing gain from further splits.</a:t>
            </a:r>
            <a:endParaRPr lang="en-US" sz="1250" dirty="0"/>
          </a:p>
        </p:txBody>
      </p:sp>
      <p:sp>
        <p:nvSpPr>
          <p:cNvPr id="14" name="Text 11"/>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68270-3B78-12B4-636F-D6E09550F18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70BEE33-1C39-7910-382E-B34FD53548BE}"/>
              </a:ext>
            </a:extLst>
          </p:cNvPr>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7030A0"/>
                </a:solidFill>
                <a:latin typeface="Calibri" pitchFamily="34" charset="0"/>
                <a:ea typeface="Calibri" pitchFamily="34" charset="-122"/>
                <a:cs typeface="Calibri" pitchFamily="34" charset="-120"/>
              </a:rPr>
              <a:t>METRICS</a:t>
            </a:r>
            <a:endParaRPr lang="en-US" sz="1200" b="1" dirty="0">
              <a:solidFill>
                <a:srgbClr val="7030A0"/>
              </a:solidFill>
            </a:endParaRPr>
          </a:p>
        </p:txBody>
      </p:sp>
      <p:sp>
        <p:nvSpPr>
          <p:cNvPr id="3" name="Text 1">
            <a:extLst>
              <a:ext uri="{FF2B5EF4-FFF2-40B4-BE49-F238E27FC236}">
                <a16:creationId xmlns:a16="http://schemas.microsoft.com/office/drawing/2014/main" id="{1A37D83B-D4C4-3928-2BBA-EA5DE3410615}"/>
              </a:ext>
            </a:extLst>
          </p:cNvPr>
          <p:cNvSpPr/>
          <p:nvPr/>
        </p:nvSpPr>
        <p:spPr>
          <a:xfrm>
            <a:off x="548640" y="777240"/>
            <a:ext cx="9144000" cy="64008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Cluster Evaluation Summary</a:t>
            </a:r>
            <a:endParaRPr lang="en-US" sz="3200" dirty="0"/>
          </a:p>
        </p:txBody>
      </p:sp>
      <p:graphicFrame>
        <p:nvGraphicFramePr>
          <p:cNvPr id="13" name="Table 0">
            <a:extLst>
              <a:ext uri="{FF2B5EF4-FFF2-40B4-BE49-F238E27FC236}">
                <a16:creationId xmlns:a16="http://schemas.microsoft.com/office/drawing/2014/main" id="{1FFF6D00-A826-EEDF-4E67-58D82BEEB775}"/>
              </a:ext>
            </a:extLst>
          </p:cNvPr>
          <p:cNvGraphicFramePr>
            <a:graphicFrameLocks noGrp="1"/>
          </p:cNvGraphicFramePr>
          <p:nvPr/>
        </p:nvGraphicFramePr>
        <p:xfrm>
          <a:off x="548640" y="1737360"/>
          <a:ext cx="11064240" cy="3291840"/>
        </p:xfrm>
        <a:graphic>
          <a:graphicData uri="http://schemas.openxmlformats.org/drawingml/2006/table">
            <a:tbl>
              <a:tblPr/>
              <a:tblGrid>
                <a:gridCol w="34747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65836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6E5AE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6E5AE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Interpretation</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6E5AE0"/>
                    </a:solidFill>
                  </a:tcPr>
                </a:tc>
                <a:extLst>
                  <a:ext uri="{0D108BD9-81ED-4DB2-BD59-A6C34878D82A}">
                    <a16:rowId xmlns:a16="http://schemas.microsoft.com/office/drawing/2014/main" val="10000"/>
                  </a:ext>
                </a:extLst>
              </a:tr>
              <a:tr h="658368">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Number of Clusters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tc>
                  <a:txBody>
                    <a:bodyPr/>
                    <a:lstStyle/>
                    <a:p>
                      <a:pPr marL="0" indent="0">
                        <a:buNone/>
                      </a:pPr>
                      <a:r>
                        <a:rPr lang="en-US" sz="1300" b="1" dirty="0">
                          <a:solidFill>
                            <a:srgbClr val="3FE0D0"/>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Selected using Elbow + Silhouette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extLst>
                  <a:ext uri="{0D108BD9-81ED-4DB2-BD59-A6C34878D82A}">
                    <a16:rowId xmlns:a16="http://schemas.microsoft.com/office/drawing/2014/main" val="10001"/>
                  </a:ext>
                </a:extLst>
              </a:tr>
              <a:tr h="658368">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Silhouette Score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tc>
                  <a:txBody>
                    <a:bodyPr/>
                    <a:lstStyle/>
                    <a:p>
                      <a:pPr marL="0" indent="0">
                        <a:buNone/>
                      </a:pPr>
                      <a:r>
                        <a:rPr lang="en-US" sz="1300" b="1" dirty="0">
                          <a:solidFill>
                            <a:srgbClr val="3FE0D0"/>
                          </a:solidFill>
                          <a:latin typeface="Calibri" pitchFamily="34" charset="0"/>
                          <a:ea typeface="Calibri" pitchFamily="34" charset="-122"/>
                          <a:cs typeface="Calibri" pitchFamily="34" charset="-120"/>
                        </a:rPr>
                        <a:t>0.2413</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Moderate cluster separation</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extLst>
                  <a:ext uri="{0D108BD9-81ED-4DB2-BD59-A6C34878D82A}">
                    <a16:rowId xmlns:a16="http://schemas.microsoft.com/office/drawing/2014/main" val="10002"/>
                  </a:ext>
                </a:extLst>
              </a:tr>
              <a:tr h="658368">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Davies-Bouldin Index</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tc>
                  <a:txBody>
                    <a:bodyPr/>
                    <a:lstStyle/>
                    <a:p>
                      <a:pPr marL="0" indent="0">
                        <a:buNone/>
                      </a:pPr>
                      <a:r>
                        <a:rPr lang="en-US" sz="1300" b="1" dirty="0">
                          <a:solidFill>
                            <a:srgbClr val="3FE0D0"/>
                          </a:solidFill>
                          <a:latin typeface="Calibri" pitchFamily="34" charset="0"/>
                          <a:ea typeface="Calibri" pitchFamily="34" charset="-122"/>
                          <a:cs typeface="Calibri" pitchFamily="34" charset="-120"/>
                        </a:rPr>
                        <a:t>1.5702</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Lower is better</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extLst>
                  <a:ext uri="{0D108BD9-81ED-4DB2-BD59-A6C34878D82A}">
                    <a16:rowId xmlns:a16="http://schemas.microsoft.com/office/drawing/2014/main" val="10003"/>
                  </a:ext>
                </a:extLst>
              </a:tr>
              <a:tr h="658368">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Inertia</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tc>
                  <a:txBody>
                    <a:bodyPr/>
                    <a:lstStyle/>
                    <a:p>
                      <a:pPr marL="0" indent="0">
                        <a:buNone/>
                      </a:pPr>
                      <a:r>
                        <a:rPr lang="en-US" sz="1300" b="1" dirty="0">
                          <a:solidFill>
                            <a:srgbClr val="3FE0D0"/>
                          </a:solidFill>
                          <a:latin typeface="Calibri" pitchFamily="34" charset="0"/>
                          <a:ea typeface="Calibri" pitchFamily="34" charset="-122"/>
                          <a:cs typeface="Calibri" pitchFamily="34" charset="-120"/>
                        </a:rPr>
                        <a:t>658,335.08</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Measures cluster compactness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extLst>
                  <a:ext uri="{0D108BD9-81ED-4DB2-BD59-A6C34878D82A}">
                    <a16:rowId xmlns:a16="http://schemas.microsoft.com/office/drawing/2014/main" val="10004"/>
                  </a:ext>
                </a:extLst>
              </a:tr>
            </a:tbl>
          </a:graphicData>
        </a:graphic>
      </p:graphicFrame>
      <p:sp>
        <p:nvSpPr>
          <p:cNvPr id="6" name="Text 3">
            <a:extLst>
              <a:ext uri="{FF2B5EF4-FFF2-40B4-BE49-F238E27FC236}">
                <a16:creationId xmlns:a16="http://schemas.microsoft.com/office/drawing/2014/main" id="{9C99C4F5-4D62-9A10-2F10-EBFB2CA8D4A9}"/>
              </a:ext>
            </a:extLst>
          </p:cNvPr>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12</a:t>
            </a:r>
            <a:endParaRPr lang="en-US" sz="1000" dirty="0"/>
          </a:p>
        </p:txBody>
      </p:sp>
    </p:spTree>
    <p:extLst>
      <p:ext uri="{BB962C8B-B14F-4D97-AF65-F5344CB8AC3E}">
        <p14:creationId xmlns:p14="http://schemas.microsoft.com/office/powerpoint/2010/main" val="1327585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3102B"/>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3FE0D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Cluster Interpretation</a:t>
            </a:r>
            <a:endParaRPr lang="en-US" sz="3200" dirty="0"/>
          </a:p>
        </p:txBody>
      </p:sp>
      <p:sp>
        <p:nvSpPr>
          <p:cNvPr id="4" name="Shape 2"/>
          <p:cNvSpPr/>
          <p:nvPr/>
        </p:nvSpPr>
        <p:spPr>
          <a:xfrm>
            <a:off x="548640" y="1737360"/>
            <a:ext cx="3520440" cy="4023360"/>
          </a:xfrm>
          <a:prstGeom prst="roundRect">
            <a:avLst>
              <a:gd name="adj" fmla="val 3117"/>
            </a:avLst>
          </a:prstGeom>
          <a:solidFill>
            <a:srgbClr val="231C4F"/>
          </a:solidFill>
          <a:ln/>
        </p:spPr>
        <p:txBody>
          <a:bodyPr/>
          <a:lstStyle/>
          <a:p>
            <a:endParaRPr lang="en-IN"/>
          </a:p>
        </p:txBody>
      </p:sp>
      <p:sp>
        <p:nvSpPr>
          <p:cNvPr id="5" name="Shape 3"/>
          <p:cNvSpPr/>
          <p:nvPr/>
        </p:nvSpPr>
        <p:spPr>
          <a:xfrm>
            <a:off x="548640" y="1737360"/>
            <a:ext cx="3520440" cy="137160"/>
          </a:xfrm>
          <a:prstGeom prst="roundRect">
            <a:avLst/>
          </a:prstGeom>
          <a:solidFill>
            <a:srgbClr val="6E5AE0"/>
          </a:solidFill>
          <a:ln/>
        </p:spPr>
        <p:txBody>
          <a:bodyPr/>
          <a:lstStyle/>
          <a:p>
            <a:endParaRPr lang="en-IN"/>
          </a:p>
        </p:txBody>
      </p:sp>
      <p:sp>
        <p:nvSpPr>
          <p:cNvPr id="6" name="Text 4"/>
          <p:cNvSpPr/>
          <p:nvPr/>
        </p:nvSpPr>
        <p:spPr>
          <a:xfrm>
            <a:off x="868680" y="2103120"/>
            <a:ext cx="2880360" cy="320040"/>
          </a:xfrm>
          <a:prstGeom prst="rect">
            <a:avLst/>
          </a:prstGeom>
          <a:noFill/>
          <a:ln/>
        </p:spPr>
        <p:txBody>
          <a:bodyPr wrap="square" rtlCol="0" anchor="ctr"/>
          <a:lstStyle/>
          <a:p>
            <a:pPr marL="0" indent="0">
              <a:buNone/>
            </a:pPr>
            <a:r>
              <a:rPr lang="en-US" sz="1200" b="1" kern="0" spc="200" dirty="0">
                <a:solidFill>
                  <a:srgbClr val="6E5AE0"/>
                </a:solidFill>
                <a:latin typeface="Calibri" pitchFamily="34" charset="0"/>
                <a:ea typeface="Calibri" pitchFamily="34" charset="-122"/>
                <a:cs typeface="Calibri" pitchFamily="34" charset="-120"/>
              </a:rPr>
              <a:t>CLUSTER 0</a:t>
            </a:r>
            <a:endParaRPr lang="en-US" sz="1200" dirty="0"/>
          </a:p>
        </p:txBody>
      </p:sp>
      <p:sp>
        <p:nvSpPr>
          <p:cNvPr id="7" name="Text 5"/>
          <p:cNvSpPr/>
          <p:nvPr/>
        </p:nvSpPr>
        <p:spPr>
          <a:xfrm>
            <a:off x="868680" y="2450592"/>
            <a:ext cx="2880360" cy="822960"/>
          </a:xfrm>
          <a:prstGeom prst="rect">
            <a:avLst/>
          </a:prstGeom>
          <a:noFill/>
          <a:ln/>
        </p:spPr>
        <p:txBody>
          <a:bodyPr wrap="square"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Spoken &amp; Live Tracks</a:t>
            </a:r>
            <a:endParaRPr lang="en-US" sz="2100" dirty="0"/>
          </a:p>
        </p:txBody>
      </p:sp>
      <p:sp>
        <p:nvSpPr>
          <p:cNvPr id="8" name="Shape 6"/>
          <p:cNvSpPr/>
          <p:nvPr/>
        </p:nvSpPr>
        <p:spPr>
          <a:xfrm>
            <a:off x="868680" y="3771900"/>
            <a:ext cx="112514" cy="228600"/>
          </a:xfrm>
          <a:prstGeom prst="rect">
            <a:avLst/>
          </a:prstGeom>
          <a:solidFill>
            <a:srgbClr val="6E5AE0">
              <a:alpha val="70000"/>
            </a:srgbClr>
          </a:solidFill>
          <a:ln/>
        </p:spPr>
        <p:txBody>
          <a:bodyPr/>
          <a:lstStyle/>
          <a:p>
            <a:endParaRPr lang="en-IN"/>
          </a:p>
        </p:txBody>
      </p:sp>
      <p:sp>
        <p:nvSpPr>
          <p:cNvPr id="9" name="Shape 7"/>
          <p:cNvSpPr/>
          <p:nvPr/>
        </p:nvSpPr>
        <p:spPr>
          <a:xfrm>
            <a:off x="1048703" y="3510420"/>
            <a:ext cx="112514" cy="751561"/>
          </a:xfrm>
          <a:prstGeom prst="rect">
            <a:avLst/>
          </a:prstGeom>
          <a:solidFill>
            <a:srgbClr val="6E5AE0">
              <a:alpha val="70000"/>
            </a:srgbClr>
          </a:solidFill>
          <a:ln/>
        </p:spPr>
        <p:txBody>
          <a:bodyPr/>
          <a:lstStyle/>
          <a:p>
            <a:endParaRPr lang="en-IN"/>
          </a:p>
        </p:txBody>
      </p:sp>
      <p:sp>
        <p:nvSpPr>
          <p:cNvPr id="10" name="Shape 8"/>
          <p:cNvSpPr/>
          <p:nvPr/>
        </p:nvSpPr>
        <p:spPr>
          <a:xfrm>
            <a:off x="1228725" y="3555579"/>
            <a:ext cx="112514" cy="661242"/>
          </a:xfrm>
          <a:prstGeom prst="rect">
            <a:avLst/>
          </a:prstGeom>
          <a:solidFill>
            <a:srgbClr val="6E5AE0">
              <a:alpha val="70000"/>
            </a:srgbClr>
          </a:solidFill>
          <a:ln/>
        </p:spPr>
        <p:txBody>
          <a:bodyPr/>
          <a:lstStyle/>
          <a:p>
            <a:endParaRPr lang="en-IN"/>
          </a:p>
        </p:txBody>
      </p:sp>
      <p:sp>
        <p:nvSpPr>
          <p:cNvPr id="11" name="Shape 9"/>
          <p:cNvSpPr/>
          <p:nvPr/>
        </p:nvSpPr>
        <p:spPr>
          <a:xfrm>
            <a:off x="1408748" y="3688081"/>
            <a:ext cx="112514" cy="396239"/>
          </a:xfrm>
          <a:prstGeom prst="rect">
            <a:avLst/>
          </a:prstGeom>
          <a:solidFill>
            <a:srgbClr val="6E5AE0">
              <a:alpha val="70000"/>
            </a:srgbClr>
          </a:solidFill>
          <a:ln/>
        </p:spPr>
        <p:txBody>
          <a:bodyPr/>
          <a:lstStyle/>
          <a:p>
            <a:endParaRPr lang="en-IN"/>
          </a:p>
        </p:txBody>
      </p:sp>
      <p:sp>
        <p:nvSpPr>
          <p:cNvPr id="12" name="Shape 10"/>
          <p:cNvSpPr/>
          <p:nvPr/>
        </p:nvSpPr>
        <p:spPr>
          <a:xfrm>
            <a:off x="1588770" y="3677471"/>
            <a:ext cx="112514" cy="417458"/>
          </a:xfrm>
          <a:prstGeom prst="rect">
            <a:avLst/>
          </a:prstGeom>
          <a:solidFill>
            <a:srgbClr val="6E5AE0">
              <a:alpha val="70000"/>
            </a:srgbClr>
          </a:solidFill>
          <a:ln/>
        </p:spPr>
        <p:txBody>
          <a:bodyPr/>
          <a:lstStyle/>
          <a:p>
            <a:endParaRPr lang="en-IN"/>
          </a:p>
        </p:txBody>
      </p:sp>
      <p:sp>
        <p:nvSpPr>
          <p:cNvPr id="13" name="Shape 11"/>
          <p:cNvSpPr/>
          <p:nvPr/>
        </p:nvSpPr>
        <p:spPr>
          <a:xfrm>
            <a:off x="1768793" y="3739978"/>
            <a:ext cx="112514" cy="292444"/>
          </a:xfrm>
          <a:prstGeom prst="rect">
            <a:avLst/>
          </a:prstGeom>
          <a:solidFill>
            <a:srgbClr val="6E5AE0">
              <a:alpha val="70000"/>
            </a:srgbClr>
          </a:solidFill>
          <a:ln/>
        </p:spPr>
        <p:txBody>
          <a:bodyPr/>
          <a:lstStyle/>
          <a:p>
            <a:endParaRPr lang="en-IN"/>
          </a:p>
        </p:txBody>
      </p:sp>
      <p:sp>
        <p:nvSpPr>
          <p:cNvPr id="14" name="Shape 12"/>
          <p:cNvSpPr/>
          <p:nvPr/>
        </p:nvSpPr>
        <p:spPr>
          <a:xfrm>
            <a:off x="1948815" y="3546019"/>
            <a:ext cx="112514" cy="680362"/>
          </a:xfrm>
          <a:prstGeom prst="rect">
            <a:avLst/>
          </a:prstGeom>
          <a:solidFill>
            <a:srgbClr val="6E5AE0">
              <a:alpha val="70000"/>
            </a:srgbClr>
          </a:solidFill>
          <a:ln/>
        </p:spPr>
        <p:txBody>
          <a:bodyPr/>
          <a:lstStyle/>
          <a:p>
            <a:endParaRPr lang="en-IN"/>
          </a:p>
        </p:txBody>
      </p:sp>
      <p:sp>
        <p:nvSpPr>
          <p:cNvPr id="15" name="Shape 13"/>
          <p:cNvSpPr/>
          <p:nvPr/>
        </p:nvSpPr>
        <p:spPr>
          <a:xfrm>
            <a:off x="2128838" y="3437288"/>
            <a:ext cx="112514" cy="897823"/>
          </a:xfrm>
          <a:prstGeom prst="rect">
            <a:avLst/>
          </a:prstGeom>
          <a:solidFill>
            <a:srgbClr val="6E5AE0">
              <a:alpha val="70000"/>
            </a:srgbClr>
          </a:solidFill>
          <a:ln/>
        </p:spPr>
        <p:txBody>
          <a:bodyPr/>
          <a:lstStyle/>
          <a:p>
            <a:endParaRPr lang="en-IN"/>
          </a:p>
        </p:txBody>
      </p:sp>
      <p:sp>
        <p:nvSpPr>
          <p:cNvPr id="16" name="Shape 14"/>
          <p:cNvSpPr/>
          <p:nvPr/>
        </p:nvSpPr>
        <p:spPr>
          <a:xfrm>
            <a:off x="2308860" y="3662855"/>
            <a:ext cx="112514" cy="446689"/>
          </a:xfrm>
          <a:prstGeom prst="rect">
            <a:avLst/>
          </a:prstGeom>
          <a:solidFill>
            <a:srgbClr val="6E5AE0">
              <a:alpha val="70000"/>
            </a:srgbClr>
          </a:solidFill>
          <a:ln/>
        </p:spPr>
        <p:txBody>
          <a:bodyPr/>
          <a:lstStyle/>
          <a:p>
            <a:endParaRPr lang="en-IN"/>
          </a:p>
        </p:txBody>
      </p:sp>
      <p:sp>
        <p:nvSpPr>
          <p:cNvPr id="17" name="Shape 15"/>
          <p:cNvSpPr/>
          <p:nvPr/>
        </p:nvSpPr>
        <p:spPr>
          <a:xfrm>
            <a:off x="2488883" y="3660798"/>
            <a:ext cx="112514" cy="450805"/>
          </a:xfrm>
          <a:prstGeom prst="rect">
            <a:avLst/>
          </a:prstGeom>
          <a:solidFill>
            <a:srgbClr val="6E5AE0">
              <a:alpha val="70000"/>
            </a:srgbClr>
          </a:solidFill>
          <a:ln/>
        </p:spPr>
        <p:txBody>
          <a:bodyPr/>
          <a:lstStyle/>
          <a:p>
            <a:endParaRPr lang="en-IN"/>
          </a:p>
        </p:txBody>
      </p:sp>
      <p:sp>
        <p:nvSpPr>
          <p:cNvPr id="18" name="Shape 16"/>
          <p:cNvSpPr/>
          <p:nvPr/>
        </p:nvSpPr>
        <p:spPr>
          <a:xfrm>
            <a:off x="2668905" y="3665384"/>
            <a:ext cx="112514" cy="441633"/>
          </a:xfrm>
          <a:prstGeom prst="rect">
            <a:avLst/>
          </a:prstGeom>
          <a:solidFill>
            <a:srgbClr val="6E5AE0">
              <a:alpha val="70000"/>
            </a:srgbClr>
          </a:solidFill>
          <a:ln/>
        </p:spPr>
        <p:txBody>
          <a:bodyPr/>
          <a:lstStyle/>
          <a:p>
            <a:endParaRPr lang="en-IN"/>
          </a:p>
        </p:txBody>
      </p:sp>
      <p:sp>
        <p:nvSpPr>
          <p:cNvPr id="19" name="Shape 17"/>
          <p:cNvSpPr/>
          <p:nvPr/>
        </p:nvSpPr>
        <p:spPr>
          <a:xfrm>
            <a:off x="2848928" y="3649840"/>
            <a:ext cx="112514" cy="472719"/>
          </a:xfrm>
          <a:prstGeom prst="rect">
            <a:avLst/>
          </a:prstGeom>
          <a:solidFill>
            <a:srgbClr val="6E5AE0">
              <a:alpha val="70000"/>
            </a:srgbClr>
          </a:solidFill>
          <a:ln/>
        </p:spPr>
        <p:txBody>
          <a:bodyPr/>
          <a:lstStyle/>
          <a:p>
            <a:endParaRPr lang="en-IN"/>
          </a:p>
        </p:txBody>
      </p:sp>
      <p:sp>
        <p:nvSpPr>
          <p:cNvPr id="20" name="Shape 18"/>
          <p:cNvSpPr/>
          <p:nvPr/>
        </p:nvSpPr>
        <p:spPr>
          <a:xfrm>
            <a:off x="3028950" y="3524729"/>
            <a:ext cx="112514" cy="722943"/>
          </a:xfrm>
          <a:prstGeom prst="rect">
            <a:avLst/>
          </a:prstGeom>
          <a:solidFill>
            <a:srgbClr val="6E5AE0">
              <a:alpha val="70000"/>
            </a:srgbClr>
          </a:solidFill>
          <a:ln/>
        </p:spPr>
        <p:txBody>
          <a:bodyPr/>
          <a:lstStyle/>
          <a:p>
            <a:endParaRPr lang="en-IN"/>
          </a:p>
        </p:txBody>
      </p:sp>
      <p:sp>
        <p:nvSpPr>
          <p:cNvPr id="21" name="Shape 19"/>
          <p:cNvSpPr/>
          <p:nvPr/>
        </p:nvSpPr>
        <p:spPr>
          <a:xfrm>
            <a:off x="3208973" y="3599180"/>
            <a:ext cx="112514" cy="574040"/>
          </a:xfrm>
          <a:prstGeom prst="rect">
            <a:avLst/>
          </a:prstGeom>
          <a:solidFill>
            <a:srgbClr val="6E5AE0">
              <a:alpha val="70000"/>
            </a:srgbClr>
          </a:solidFill>
          <a:ln/>
        </p:spPr>
        <p:txBody>
          <a:bodyPr/>
          <a:lstStyle/>
          <a:p>
            <a:endParaRPr lang="en-IN"/>
          </a:p>
        </p:txBody>
      </p:sp>
      <p:sp>
        <p:nvSpPr>
          <p:cNvPr id="22" name="Shape 20"/>
          <p:cNvSpPr/>
          <p:nvPr/>
        </p:nvSpPr>
        <p:spPr>
          <a:xfrm>
            <a:off x="3388995" y="3628492"/>
            <a:ext cx="112514" cy="515417"/>
          </a:xfrm>
          <a:prstGeom prst="rect">
            <a:avLst/>
          </a:prstGeom>
          <a:solidFill>
            <a:srgbClr val="6E5AE0">
              <a:alpha val="70000"/>
            </a:srgbClr>
          </a:solidFill>
          <a:ln/>
        </p:spPr>
        <p:txBody>
          <a:bodyPr/>
          <a:lstStyle/>
          <a:p>
            <a:endParaRPr lang="en-IN"/>
          </a:p>
        </p:txBody>
      </p:sp>
      <p:sp>
        <p:nvSpPr>
          <p:cNvPr id="23" name="Shape 21"/>
          <p:cNvSpPr/>
          <p:nvPr/>
        </p:nvSpPr>
        <p:spPr>
          <a:xfrm>
            <a:off x="3569018" y="3475702"/>
            <a:ext cx="112514" cy="820997"/>
          </a:xfrm>
          <a:prstGeom prst="rect">
            <a:avLst/>
          </a:prstGeom>
          <a:solidFill>
            <a:srgbClr val="6E5AE0">
              <a:alpha val="70000"/>
            </a:srgbClr>
          </a:solidFill>
          <a:ln/>
        </p:spPr>
        <p:txBody>
          <a:bodyPr/>
          <a:lstStyle/>
          <a:p>
            <a:endParaRPr lang="en-IN"/>
          </a:p>
        </p:txBody>
      </p:sp>
      <p:sp>
        <p:nvSpPr>
          <p:cNvPr id="24" name="Shape 22"/>
          <p:cNvSpPr/>
          <p:nvPr/>
        </p:nvSpPr>
        <p:spPr>
          <a:xfrm>
            <a:off x="1851660" y="4709160"/>
            <a:ext cx="914400" cy="914400"/>
          </a:xfrm>
          <a:prstGeom prst="ellipse">
            <a:avLst/>
          </a:prstGeom>
          <a:solidFill>
            <a:srgbClr val="6E5AE0">
              <a:alpha val="18000"/>
            </a:srgbClr>
          </a:solidFill>
          <a:ln w="19050">
            <a:solidFill>
              <a:srgbClr val="6E5AE0"/>
            </a:solidFill>
            <a:prstDash val="solid"/>
          </a:ln>
        </p:spPr>
        <p:txBody>
          <a:bodyPr/>
          <a:lstStyle/>
          <a:p>
            <a:endParaRPr lang="en-IN"/>
          </a:p>
        </p:txBody>
      </p:sp>
      <p:sp>
        <p:nvSpPr>
          <p:cNvPr id="25" name="Text 23"/>
          <p:cNvSpPr/>
          <p:nvPr/>
        </p:nvSpPr>
        <p:spPr>
          <a:xfrm>
            <a:off x="1851660" y="4709160"/>
            <a:ext cx="914400" cy="914400"/>
          </a:xfrm>
          <a:prstGeom prst="rect">
            <a:avLst/>
          </a:prstGeom>
          <a:noFill/>
          <a:ln/>
        </p:spPr>
        <p:txBody>
          <a:bodyPr wrap="square" rtlCol="0" anchor="ctr"/>
          <a:lstStyle/>
          <a:p>
            <a:pPr marL="0" indent="0" algn="ctr">
              <a:buNone/>
            </a:pPr>
            <a:r>
              <a:rPr lang="en-US" sz="2400" b="1" dirty="0">
                <a:solidFill>
                  <a:srgbClr val="6E5AE0"/>
                </a:solidFill>
                <a:latin typeface="Cambria" pitchFamily="34" charset="0"/>
                <a:ea typeface="Cambria" pitchFamily="34" charset="-122"/>
                <a:cs typeface="Cambria" pitchFamily="34" charset="-120"/>
              </a:rPr>
              <a:t>0</a:t>
            </a:r>
            <a:endParaRPr lang="en-US" sz="2400" dirty="0"/>
          </a:p>
        </p:txBody>
      </p:sp>
      <p:sp>
        <p:nvSpPr>
          <p:cNvPr id="26" name="Shape 24"/>
          <p:cNvSpPr/>
          <p:nvPr/>
        </p:nvSpPr>
        <p:spPr>
          <a:xfrm>
            <a:off x="4343400" y="1737360"/>
            <a:ext cx="3520440" cy="4023360"/>
          </a:xfrm>
          <a:prstGeom prst="roundRect">
            <a:avLst>
              <a:gd name="adj" fmla="val 3117"/>
            </a:avLst>
          </a:prstGeom>
          <a:solidFill>
            <a:srgbClr val="231C4F"/>
          </a:solidFill>
          <a:ln/>
        </p:spPr>
        <p:txBody>
          <a:bodyPr/>
          <a:lstStyle/>
          <a:p>
            <a:endParaRPr lang="en-IN"/>
          </a:p>
        </p:txBody>
      </p:sp>
      <p:sp>
        <p:nvSpPr>
          <p:cNvPr id="27" name="Shape 25"/>
          <p:cNvSpPr/>
          <p:nvPr/>
        </p:nvSpPr>
        <p:spPr>
          <a:xfrm>
            <a:off x="4343400" y="1737360"/>
            <a:ext cx="3520440" cy="137160"/>
          </a:xfrm>
          <a:prstGeom prst="roundRect">
            <a:avLst/>
          </a:prstGeom>
          <a:solidFill>
            <a:srgbClr val="3FE0D0"/>
          </a:solidFill>
          <a:ln/>
        </p:spPr>
        <p:txBody>
          <a:bodyPr/>
          <a:lstStyle/>
          <a:p>
            <a:endParaRPr lang="en-IN"/>
          </a:p>
        </p:txBody>
      </p:sp>
      <p:sp>
        <p:nvSpPr>
          <p:cNvPr id="28" name="Text 26"/>
          <p:cNvSpPr/>
          <p:nvPr/>
        </p:nvSpPr>
        <p:spPr>
          <a:xfrm>
            <a:off x="4663440" y="2103120"/>
            <a:ext cx="2880360" cy="320040"/>
          </a:xfrm>
          <a:prstGeom prst="rect">
            <a:avLst/>
          </a:prstGeom>
          <a:noFill/>
          <a:ln/>
        </p:spPr>
        <p:txBody>
          <a:bodyPr wrap="square" rtlCol="0" anchor="ctr"/>
          <a:lstStyle/>
          <a:p>
            <a:pPr marL="0" indent="0">
              <a:buNone/>
            </a:pPr>
            <a:r>
              <a:rPr lang="en-US" sz="1200" b="1" kern="0" spc="200" dirty="0">
                <a:solidFill>
                  <a:srgbClr val="3FE0D0"/>
                </a:solidFill>
                <a:latin typeface="Calibri" pitchFamily="34" charset="0"/>
                <a:ea typeface="Calibri" pitchFamily="34" charset="-122"/>
                <a:cs typeface="Calibri" pitchFamily="34" charset="-120"/>
              </a:rPr>
              <a:t>CLUSTER 1</a:t>
            </a:r>
            <a:endParaRPr lang="en-US" sz="1200" dirty="0"/>
          </a:p>
        </p:txBody>
      </p:sp>
      <p:sp>
        <p:nvSpPr>
          <p:cNvPr id="29" name="Text 27"/>
          <p:cNvSpPr/>
          <p:nvPr/>
        </p:nvSpPr>
        <p:spPr>
          <a:xfrm>
            <a:off x="4663440" y="2450592"/>
            <a:ext cx="2880360" cy="822960"/>
          </a:xfrm>
          <a:prstGeom prst="rect">
            <a:avLst/>
          </a:prstGeom>
          <a:noFill/>
          <a:ln/>
        </p:spPr>
        <p:txBody>
          <a:bodyPr wrap="square"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Chill Acoustic Songs</a:t>
            </a:r>
            <a:endParaRPr lang="en-US" sz="2100" dirty="0"/>
          </a:p>
        </p:txBody>
      </p:sp>
      <p:sp>
        <p:nvSpPr>
          <p:cNvPr id="30" name="Shape 28"/>
          <p:cNvSpPr/>
          <p:nvPr/>
        </p:nvSpPr>
        <p:spPr>
          <a:xfrm>
            <a:off x="4663440" y="3677471"/>
            <a:ext cx="112514" cy="417458"/>
          </a:xfrm>
          <a:prstGeom prst="rect">
            <a:avLst/>
          </a:prstGeom>
          <a:solidFill>
            <a:srgbClr val="3FE0D0">
              <a:alpha val="70000"/>
            </a:srgbClr>
          </a:solidFill>
          <a:ln/>
        </p:spPr>
        <p:txBody>
          <a:bodyPr/>
          <a:lstStyle/>
          <a:p>
            <a:endParaRPr lang="en-IN"/>
          </a:p>
        </p:txBody>
      </p:sp>
      <p:sp>
        <p:nvSpPr>
          <p:cNvPr id="31" name="Shape 29"/>
          <p:cNvSpPr/>
          <p:nvPr/>
        </p:nvSpPr>
        <p:spPr>
          <a:xfrm>
            <a:off x="4843463" y="3739978"/>
            <a:ext cx="112514" cy="292444"/>
          </a:xfrm>
          <a:prstGeom prst="rect">
            <a:avLst/>
          </a:prstGeom>
          <a:solidFill>
            <a:srgbClr val="3FE0D0">
              <a:alpha val="70000"/>
            </a:srgbClr>
          </a:solidFill>
          <a:ln/>
        </p:spPr>
        <p:txBody>
          <a:bodyPr/>
          <a:lstStyle/>
          <a:p>
            <a:endParaRPr lang="en-IN"/>
          </a:p>
        </p:txBody>
      </p:sp>
      <p:sp>
        <p:nvSpPr>
          <p:cNvPr id="32" name="Shape 30"/>
          <p:cNvSpPr/>
          <p:nvPr/>
        </p:nvSpPr>
        <p:spPr>
          <a:xfrm>
            <a:off x="5023485" y="3546019"/>
            <a:ext cx="112514" cy="680362"/>
          </a:xfrm>
          <a:prstGeom prst="rect">
            <a:avLst/>
          </a:prstGeom>
          <a:solidFill>
            <a:srgbClr val="3FE0D0">
              <a:alpha val="70000"/>
            </a:srgbClr>
          </a:solidFill>
          <a:ln/>
        </p:spPr>
        <p:txBody>
          <a:bodyPr/>
          <a:lstStyle/>
          <a:p>
            <a:endParaRPr lang="en-IN"/>
          </a:p>
        </p:txBody>
      </p:sp>
      <p:sp>
        <p:nvSpPr>
          <p:cNvPr id="33" name="Shape 31"/>
          <p:cNvSpPr/>
          <p:nvPr/>
        </p:nvSpPr>
        <p:spPr>
          <a:xfrm>
            <a:off x="5203508" y="3437288"/>
            <a:ext cx="112514" cy="897823"/>
          </a:xfrm>
          <a:prstGeom prst="rect">
            <a:avLst/>
          </a:prstGeom>
          <a:solidFill>
            <a:srgbClr val="3FE0D0">
              <a:alpha val="70000"/>
            </a:srgbClr>
          </a:solidFill>
          <a:ln/>
        </p:spPr>
        <p:txBody>
          <a:bodyPr/>
          <a:lstStyle/>
          <a:p>
            <a:endParaRPr lang="en-IN"/>
          </a:p>
        </p:txBody>
      </p:sp>
      <p:sp>
        <p:nvSpPr>
          <p:cNvPr id="34" name="Shape 32"/>
          <p:cNvSpPr/>
          <p:nvPr/>
        </p:nvSpPr>
        <p:spPr>
          <a:xfrm>
            <a:off x="5383530" y="3662855"/>
            <a:ext cx="112514" cy="446689"/>
          </a:xfrm>
          <a:prstGeom prst="rect">
            <a:avLst/>
          </a:prstGeom>
          <a:solidFill>
            <a:srgbClr val="3FE0D0">
              <a:alpha val="70000"/>
            </a:srgbClr>
          </a:solidFill>
          <a:ln/>
        </p:spPr>
        <p:txBody>
          <a:bodyPr/>
          <a:lstStyle/>
          <a:p>
            <a:endParaRPr lang="en-IN"/>
          </a:p>
        </p:txBody>
      </p:sp>
      <p:sp>
        <p:nvSpPr>
          <p:cNvPr id="35" name="Shape 33"/>
          <p:cNvSpPr/>
          <p:nvPr/>
        </p:nvSpPr>
        <p:spPr>
          <a:xfrm>
            <a:off x="5563553" y="3660798"/>
            <a:ext cx="112514" cy="450805"/>
          </a:xfrm>
          <a:prstGeom prst="rect">
            <a:avLst/>
          </a:prstGeom>
          <a:solidFill>
            <a:srgbClr val="3FE0D0">
              <a:alpha val="70000"/>
            </a:srgbClr>
          </a:solidFill>
          <a:ln/>
        </p:spPr>
        <p:txBody>
          <a:bodyPr/>
          <a:lstStyle/>
          <a:p>
            <a:endParaRPr lang="en-IN"/>
          </a:p>
        </p:txBody>
      </p:sp>
      <p:sp>
        <p:nvSpPr>
          <p:cNvPr id="36" name="Shape 34"/>
          <p:cNvSpPr/>
          <p:nvPr/>
        </p:nvSpPr>
        <p:spPr>
          <a:xfrm>
            <a:off x="5743575" y="3665384"/>
            <a:ext cx="112514" cy="441633"/>
          </a:xfrm>
          <a:prstGeom prst="rect">
            <a:avLst/>
          </a:prstGeom>
          <a:solidFill>
            <a:srgbClr val="3FE0D0">
              <a:alpha val="70000"/>
            </a:srgbClr>
          </a:solidFill>
          <a:ln/>
        </p:spPr>
        <p:txBody>
          <a:bodyPr/>
          <a:lstStyle/>
          <a:p>
            <a:endParaRPr lang="en-IN"/>
          </a:p>
        </p:txBody>
      </p:sp>
      <p:sp>
        <p:nvSpPr>
          <p:cNvPr id="37" name="Shape 35"/>
          <p:cNvSpPr/>
          <p:nvPr/>
        </p:nvSpPr>
        <p:spPr>
          <a:xfrm>
            <a:off x="5923598" y="3649840"/>
            <a:ext cx="112514" cy="472719"/>
          </a:xfrm>
          <a:prstGeom prst="rect">
            <a:avLst/>
          </a:prstGeom>
          <a:solidFill>
            <a:srgbClr val="3FE0D0">
              <a:alpha val="70000"/>
            </a:srgbClr>
          </a:solidFill>
          <a:ln/>
        </p:spPr>
        <p:txBody>
          <a:bodyPr/>
          <a:lstStyle/>
          <a:p>
            <a:endParaRPr lang="en-IN"/>
          </a:p>
        </p:txBody>
      </p:sp>
      <p:sp>
        <p:nvSpPr>
          <p:cNvPr id="38" name="Shape 36"/>
          <p:cNvSpPr/>
          <p:nvPr/>
        </p:nvSpPr>
        <p:spPr>
          <a:xfrm>
            <a:off x="6103620" y="3524729"/>
            <a:ext cx="112514" cy="722943"/>
          </a:xfrm>
          <a:prstGeom prst="rect">
            <a:avLst/>
          </a:prstGeom>
          <a:solidFill>
            <a:srgbClr val="3FE0D0">
              <a:alpha val="70000"/>
            </a:srgbClr>
          </a:solidFill>
          <a:ln/>
        </p:spPr>
        <p:txBody>
          <a:bodyPr/>
          <a:lstStyle/>
          <a:p>
            <a:endParaRPr lang="en-IN"/>
          </a:p>
        </p:txBody>
      </p:sp>
      <p:sp>
        <p:nvSpPr>
          <p:cNvPr id="39" name="Shape 37"/>
          <p:cNvSpPr/>
          <p:nvPr/>
        </p:nvSpPr>
        <p:spPr>
          <a:xfrm>
            <a:off x="6283642" y="3599180"/>
            <a:ext cx="112514" cy="574040"/>
          </a:xfrm>
          <a:prstGeom prst="rect">
            <a:avLst/>
          </a:prstGeom>
          <a:solidFill>
            <a:srgbClr val="3FE0D0">
              <a:alpha val="70000"/>
            </a:srgbClr>
          </a:solidFill>
          <a:ln/>
        </p:spPr>
        <p:txBody>
          <a:bodyPr/>
          <a:lstStyle/>
          <a:p>
            <a:endParaRPr lang="en-IN"/>
          </a:p>
        </p:txBody>
      </p:sp>
      <p:sp>
        <p:nvSpPr>
          <p:cNvPr id="40" name="Shape 38"/>
          <p:cNvSpPr/>
          <p:nvPr/>
        </p:nvSpPr>
        <p:spPr>
          <a:xfrm>
            <a:off x="6463665" y="3628492"/>
            <a:ext cx="112514" cy="515417"/>
          </a:xfrm>
          <a:prstGeom prst="rect">
            <a:avLst/>
          </a:prstGeom>
          <a:solidFill>
            <a:srgbClr val="3FE0D0">
              <a:alpha val="70000"/>
            </a:srgbClr>
          </a:solidFill>
          <a:ln/>
        </p:spPr>
        <p:txBody>
          <a:bodyPr/>
          <a:lstStyle/>
          <a:p>
            <a:endParaRPr lang="en-IN"/>
          </a:p>
        </p:txBody>
      </p:sp>
      <p:sp>
        <p:nvSpPr>
          <p:cNvPr id="41" name="Shape 39"/>
          <p:cNvSpPr/>
          <p:nvPr/>
        </p:nvSpPr>
        <p:spPr>
          <a:xfrm>
            <a:off x="6643688" y="3475702"/>
            <a:ext cx="112514" cy="820997"/>
          </a:xfrm>
          <a:prstGeom prst="rect">
            <a:avLst/>
          </a:prstGeom>
          <a:solidFill>
            <a:srgbClr val="3FE0D0">
              <a:alpha val="70000"/>
            </a:srgbClr>
          </a:solidFill>
          <a:ln/>
        </p:spPr>
        <p:txBody>
          <a:bodyPr/>
          <a:lstStyle/>
          <a:p>
            <a:endParaRPr lang="en-IN"/>
          </a:p>
        </p:txBody>
      </p:sp>
      <p:sp>
        <p:nvSpPr>
          <p:cNvPr id="42" name="Shape 40"/>
          <p:cNvSpPr/>
          <p:nvPr/>
        </p:nvSpPr>
        <p:spPr>
          <a:xfrm>
            <a:off x="6823710" y="3615146"/>
            <a:ext cx="112514" cy="542108"/>
          </a:xfrm>
          <a:prstGeom prst="rect">
            <a:avLst/>
          </a:prstGeom>
          <a:solidFill>
            <a:srgbClr val="3FE0D0">
              <a:alpha val="70000"/>
            </a:srgbClr>
          </a:solidFill>
          <a:ln/>
        </p:spPr>
        <p:txBody>
          <a:bodyPr/>
          <a:lstStyle/>
          <a:p>
            <a:endParaRPr lang="en-IN"/>
          </a:p>
        </p:txBody>
      </p:sp>
      <p:sp>
        <p:nvSpPr>
          <p:cNvPr id="43" name="Shape 41"/>
          <p:cNvSpPr/>
          <p:nvPr/>
        </p:nvSpPr>
        <p:spPr>
          <a:xfrm>
            <a:off x="7003733" y="3720435"/>
            <a:ext cx="112514" cy="331530"/>
          </a:xfrm>
          <a:prstGeom prst="rect">
            <a:avLst/>
          </a:prstGeom>
          <a:solidFill>
            <a:srgbClr val="3FE0D0">
              <a:alpha val="70000"/>
            </a:srgbClr>
          </a:solidFill>
          <a:ln/>
        </p:spPr>
        <p:txBody>
          <a:bodyPr/>
          <a:lstStyle/>
          <a:p>
            <a:endParaRPr lang="en-IN"/>
          </a:p>
        </p:txBody>
      </p:sp>
      <p:sp>
        <p:nvSpPr>
          <p:cNvPr id="44" name="Shape 42"/>
          <p:cNvSpPr/>
          <p:nvPr/>
        </p:nvSpPr>
        <p:spPr>
          <a:xfrm>
            <a:off x="7183755" y="3705458"/>
            <a:ext cx="112514" cy="361484"/>
          </a:xfrm>
          <a:prstGeom prst="rect">
            <a:avLst/>
          </a:prstGeom>
          <a:solidFill>
            <a:srgbClr val="3FE0D0">
              <a:alpha val="70000"/>
            </a:srgbClr>
          </a:solidFill>
          <a:ln/>
        </p:spPr>
        <p:txBody>
          <a:bodyPr/>
          <a:lstStyle/>
          <a:p>
            <a:endParaRPr lang="en-IN"/>
          </a:p>
        </p:txBody>
      </p:sp>
      <p:sp>
        <p:nvSpPr>
          <p:cNvPr id="45" name="Shape 43"/>
          <p:cNvSpPr/>
          <p:nvPr/>
        </p:nvSpPr>
        <p:spPr>
          <a:xfrm>
            <a:off x="7363778" y="3702867"/>
            <a:ext cx="112514" cy="366666"/>
          </a:xfrm>
          <a:prstGeom prst="rect">
            <a:avLst/>
          </a:prstGeom>
          <a:solidFill>
            <a:srgbClr val="3FE0D0">
              <a:alpha val="70000"/>
            </a:srgbClr>
          </a:solidFill>
          <a:ln/>
        </p:spPr>
        <p:txBody>
          <a:bodyPr/>
          <a:lstStyle/>
          <a:p>
            <a:endParaRPr lang="en-IN"/>
          </a:p>
        </p:txBody>
      </p:sp>
      <p:sp>
        <p:nvSpPr>
          <p:cNvPr id="46" name="Shape 44"/>
          <p:cNvSpPr/>
          <p:nvPr/>
        </p:nvSpPr>
        <p:spPr>
          <a:xfrm>
            <a:off x="5646420" y="4709160"/>
            <a:ext cx="914400" cy="914400"/>
          </a:xfrm>
          <a:prstGeom prst="ellipse">
            <a:avLst/>
          </a:prstGeom>
          <a:solidFill>
            <a:srgbClr val="3FE0D0">
              <a:alpha val="18000"/>
            </a:srgbClr>
          </a:solidFill>
          <a:ln w="19050">
            <a:solidFill>
              <a:srgbClr val="3FE0D0"/>
            </a:solidFill>
            <a:prstDash val="solid"/>
          </a:ln>
        </p:spPr>
        <p:txBody>
          <a:bodyPr/>
          <a:lstStyle/>
          <a:p>
            <a:endParaRPr lang="en-IN"/>
          </a:p>
        </p:txBody>
      </p:sp>
      <p:sp>
        <p:nvSpPr>
          <p:cNvPr id="47" name="Text 45"/>
          <p:cNvSpPr/>
          <p:nvPr/>
        </p:nvSpPr>
        <p:spPr>
          <a:xfrm>
            <a:off x="5646420" y="4709160"/>
            <a:ext cx="914400" cy="914400"/>
          </a:xfrm>
          <a:prstGeom prst="rect">
            <a:avLst/>
          </a:prstGeom>
          <a:noFill/>
          <a:ln/>
        </p:spPr>
        <p:txBody>
          <a:bodyPr wrap="square" rtlCol="0" anchor="ctr"/>
          <a:lstStyle/>
          <a:p>
            <a:pPr marL="0" indent="0" algn="ctr">
              <a:buNone/>
            </a:pPr>
            <a:r>
              <a:rPr lang="en-US" sz="2400" b="1" dirty="0">
                <a:solidFill>
                  <a:srgbClr val="3FE0D0"/>
                </a:solidFill>
                <a:latin typeface="Cambria" pitchFamily="34" charset="0"/>
                <a:ea typeface="Cambria" pitchFamily="34" charset="-122"/>
                <a:cs typeface="Cambria" pitchFamily="34" charset="-120"/>
              </a:rPr>
              <a:t>1</a:t>
            </a:r>
            <a:endParaRPr lang="en-US" sz="2400" dirty="0"/>
          </a:p>
        </p:txBody>
      </p:sp>
      <p:sp>
        <p:nvSpPr>
          <p:cNvPr id="48" name="Shape 46"/>
          <p:cNvSpPr/>
          <p:nvPr/>
        </p:nvSpPr>
        <p:spPr>
          <a:xfrm>
            <a:off x="8138160" y="1737360"/>
            <a:ext cx="3520440" cy="4023360"/>
          </a:xfrm>
          <a:prstGeom prst="roundRect">
            <a:avLst>
              <a:gd name="adj" fmla="val 3117"/>
            </a:avLst>
          </a:prstGeom>
          <a:solidFill>
            <a:srgbClr val="231C4F"/>
          </a:solidFill>
          <a:ln/>
        </p:spPr>
        <p:txBody>
          <a:bodyPr/>
          <a:lstStyle/>
          <a:p>
            <a:endParaRPr lang="en-IN"/>
          </a:p>
        </p:txBody>
      </p:sp>
      <p:sp>
        <p:nvSpPr>
          <p:cNvPr id="49" name="Shape 47"/>
          <p:cNvSpPr/>
          <p:nvPr/>
        </p:nvSpPr>
        <p:spPr>
          <a:xfrm>
            <a:off x="8138160" y="1737360"/>
            <a:ext cx="3520440" cy="137160"/>
          </a:xfrm>
          <a:prstGeom prst="roundRect">
            <a:avLst/>
          </a:prstGeom>
          <a:solidFill>
            <a:srgbClr val="FF9900"/>
          </a:solidFill>
          <a:ln/>
        </p:spPr>
        <p:txBody>
          <a:bodyPr/>
          <a:lstStyle/>
          <a:p>
            <a:endParaRPr lang="en-IN"/>
          </a:p>
        </p:txBody>
      </p:sp>
      <p:sp>
        <p:nvSpPr>
          <p:cNvPr id="50" name="Text 48"/>
          <p:cNvSpPr/>
          <p:nvPr/>
        </p:nvSpPr>
        <p:spPr>
          <a:xfrm>
            <a:off x="8458200" y="2103120"/>
            <a:ext cx="2880360" cy="320040"/>
          </a:xfrm>
          <a:prstGeom prst="rect">
            <a:avLst/>
          </a:prstGeom>
          <a:noFill/>
          <a:ln/>
        </p:spPr>
        <p:txBody>
          <a:bodyPr wrap="square" rtlCol="0" anchor="ctr"/>
          <a:lstStyle/>
          <a:p>
            <a:pPr marL="0" indent="0">
              <a:buNone/>
            </a:pPr>
            <a:r>
              <a:rPr lang="en-US" sz="1200" b="1" kern="0" spc="200" dirty="0">
                <a:solidFill>
                  <a:srgbClr val="FF9900"/>
                </a:solidFill>
                <a:latin typeface="Calibri" pitchFamily="34" charset="0"/>
                <a:ea typeface="Calibri" pitchFamily="34" charset="-122"/>
                <a:cs typeface="Calibri" pitchFamily="34" charset="-120"/>
              </a:rPr>
              <a:t>CLUSTER 2</a:t>
            </a:r>
            <a:endParaRPr lang="en-US" sz="1200" dirty="0"/>
          </a:p>
        </p:txBody>
      </p:sp>
      <p:sp>
        <p:nvSpPr>
          <p:cNvPr id="51" name="Text 49"/>
          <p:cNvSpPr/>
          <p:nvPr/>
        </p:nvSpPr>
        <p:spPr>
          <a:xfrm>
            <a:off x="8458200" y="2450592"/>
            <a:ext cx="2880360" cy="822960"/>
          </a:xfrm>
          <a:prstGeom prst="rect">
            <a:avLst/>
          </a:prstGeom>
          <a:noFill/>
          <a:ln/>
        </p:spPr>
        <p:txBody>
          <a:bodyPr wrap="square"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Energetic Party Tracks</a:t>
            </a:r>
            <a:endParaRPr lang="en-US" sz="2100" dirty="0"/>
          </a:p>
        </p:txBody>
      </p:sp>
      <p:sp>
        <p:nvSpPr>
          <p:cNvPr id="52" name="Shape 50"/>
          <p:cNvSpPr/>
          <p:nvPr/>
        </p:nvSpPr>
        <p:spPr>
          <a:xfrm>
            <a:off x="8458200" y="3662855"/>
            <a:ext cx="112514" cy="446689"/>
          </a:xfrm>
          <a:prstGeom prst="rect">
            <a:avLst/>
          </a:prstGeom>
          <a:solidFill>
            <a:srgbClr val="FF9900">
              <a:alpha val="70000"/>
            </a:srgbClr>
          </a:solidFill>
          <a:ln/>
        </p:spPr>
        <p:txBody>
          <a:bodyPr/>
          <a:lstStyle/>
          <a:p>
            <a:endParaRPr lang="en-IN"/>
          </a:p>
        </p:txBody>
      </p:sp>
      <p:sp>
        <p:nvSpPr>
          <p:cNvPr id="53" name="Shape 51"/>
          <p:cNvSpPr/>
          <p:nvPr/>
        </p:nvSpPr>
        <p:spPr>
          <a:xfrm>
            <a:off x="8638223" y="3660798"/>
            <a:ext cx="112514" cy="450805"/>
          </a:xfrm>
          <a:prstGeom prst="rect">
            <a:avLst/>
          </a:prstGeom>
          <a:solidFill>
            <a:srgbClr val="FF9900">
              <a:alpha val="70000"/>
            </a:srgbClr>
          </a:solidFill>
          <a:ln/>
        </p:spPr>
        <p:txBody>
          <a:bodyPr/>
          <a:lstStyle/>
          <a:p>
            <a:endParaRPr lang="en-IN"/>
          </a:p>
        </p:txBody>
      </p:sp>
      <p:sp>
        <p:nvSpPr>
          <p:cNvPr id="54" name="Shape 52"/>
          <p:cNvSpPr/>
          <p:nvPr/>
        </p:nvSpPr>
        <p:spPr>
          <a:xfrm>
            <a:off x="8818245" y="3665384"/>
            <a:ext cx="112514" cy="441633"/>
          </a:xfrm>
          <a:prstGeom prst="rect">
            <a:avLst/>
          </a:prstGeom>
          <a:solidFill>
            <a:srgbClr val="FF9900">
              <a:alpha val="70000"/>
            </a:srgbClr>
          </a:solidFill>
          <a:ln/>
        </p:spPr>
        <p:txBody>
          <a:bodyPr/>
          <a:lstStyle/>
          <a:p>
            <a:endParaRPr lang="en-IN"/>
          </a:p>
        </p:txBody>
      </p:sp>
      <p:sp>
        <p:nvSpPr>
          <p:cNvPr id="55" name="Shape 53"/>
          <p:cNvSpPr/>
          <p:nvPr/>
        </p:nvSpPr>
        <p:spPr>
          <a:xfrm>
            <a:off x="8998268" y="3649840"/>
            <a:ext cx="112514" cy="472719"/>
          </a:xfrm>
          <a:prstGeom prst="rect">
            <a:avLst/>
          </a:prstGeom>
          <a:solidFill>
            <a:srgbClr val="FF9900">
              <a:alpha val="70000"/>
            </a:srgbClr>
          </a:solidFill>
          <a:ln/>
        </p:spPr>
        <p:txBody>
          <a:bodyPr/>
          <a:lstStyle/>
          <a:p>
            <a:endParaRPr lang="en-IN"/>
          </a:p>
        </p:txBody>
      </p:sp>
      <p:sp>
        <p:nvSpPr>
          <p:cNvPr id="56" name="Shape 54"/>
          <p:cNvSpPr/>
          <p:nvPr/>
        </p:nvSpPr>
        <p:spPr>
          <a:xfrm>
            <a:off x="9178290" y="3524729"/>
            <a:ext cx="112514" cy="722943"/>
          </a:xfrm>
          <a:prstGeom prst="rect">
            <a:avLst/>
          </a:prstGeom>
          <a:solidFill>
            <a:srgbClr val="FF9900">
              <a:alpha val="70000"/>
            </a:srgbClr>
          </a:solidFill>
          <a:ln/>
        </p:spPr>
        <p:txBody>
          <a:bodyPr/>
          <a:lstStyle/>
          <a:p>
            <a:endParaRPr lang="en-IN"/>
          </a:p>
        </p:txBody>
      </p:sp>
      <p:sp>
        <p:nvSpPr>
          <p:cNvPr id="57" name="Shape 55"/>
          <p:cNvSpPr/>
          <p:nvPr/>
        </p:nvSpPr>
        <p:spPr>
          <a:xfrm>
            <a:off x="9358313" y="3599180"/>
            <a:ext cx="112514" cy="574040"/>
          </a:xfrm>
          <a:prstGeom prst="rect">
            <a:avLst/>
          </a:prstGeom>
          <a:solidFill>
            <a:srgbClr val="FF9900">
              <a:alpha val="70000"/>
            </a:srgbClr>
          </a:solidFill>
          <a:ln/>
        </p:spPr>
        <p:txBody>
          <a:bodyPr/>
          <a:lstStyle/>
          <a:p>
            <a:endParaRPr lang="en-IN"/>
          </a:p>
        </p:txBody>
      </p:sp>
      <p:sp>
        <p:nvSpPr>
          <p:cNvPr id="58" name="Shape 56"/>
          <p:cNvSpPr/>
          <p:nvPr/>
        </p:nvSpPr>
        <p:spPr>
          <a:xfrm>
            <a:off x="9538335" y="3628492"/>
            <a:ext cx="112514" cy="515417"/>
          </a:xfrm>
          <a:prstGeom prst="rect">
            <a:avLst/>
          </a:prstGeom>
          <a:solidFill>
            <a:srgbClr val="FF9900">
              <a:alpha val="70000"/>
            </a:srgbClr>
          </a:solidFill>
          <a:ln/>
        </p:spPr>
        <p:txBody>
          <a:bodyPr/>
          <a:lstStyle/>
          <a:p>
            <a:endParaRPr lang="en-IN"/>
          </a:p>
        </p:txBody>
      </p:sp>
      <p:sp>
        <p:nvSpPr>
          <p:cNvPr id="59" name="Shape 57"/>
          <p:cNvSpPr/>
          <p:nvPr/>
        </p:nvSpPr>
        <p:spPr>
          <a:xfrm>
            <a:off x="9718358" y="3475702"/>
            <a:ext cx="112514" cy="820997"/>
          </a:xfrm>
          <a:prstGeom prst="rect">
            <a:avLst/>
          </a:prstGeom>
          <a:solidFill>
            <a:srgbClr val="FF9900">
              <a:alpha val="70000"/>
            </a:srgbClr>
          </a:solidFill>
          <a:ln/>
        </p:spPr>
        <p:txBody>
          <a:bodyPr/>
          <a:lstStyle/>
          <a:p>
            <a:endParaRPr lang="en-IN"/>
          </a:p>
        </p:txBody>
      </p:sp>
      <p:sp>
        <p:nvSpPr>
          <p:cNvPr id="60" name="Shape 58"/>
          <p:cNvSpPr/>
          <p:nvPr/>
        </p:nvSpPr>
        <p:spPr>
          <a:xfrm>
            <a:off x="9898380" y="3615146"/>
            <a:ext cx="112514" cy="542108"/>
          </a:xfrm>
          <a:prstGeom prst="rect">
            <a:avLst/>
          </a:prstGeom>
          <a:solidFill>
            <a:srgbClr val="FF9900">
              <a:alpha val="70000"/>
            </a:srgbClr>
          </a:solidFill>
          <a:ln/>
        </p:spPr>
        <p:txBody>
          <a:bodyPr/>
          <a:lstStyle/>
          <a:p>
            <a:endParaRPr lang="en-IN"/>
          </a:p>
        </p:txBody>
      </p:sp>
      <p:sp>
        <p:nvSpPr>
          <p:cNvPr id="61" name="Shape 59"/>
          <p:cNvSpPr/>
          <p:nvPr/>
        </p:nvSpPr>
        <p:spPr>
          <a:xfrm>
            <a:off x="10078403" y="3720435"/>
            <a:ext cx="112514" cy="331530"/>
          </a:xfrm>
          <a:prstGeom prst="rect">
            <a:avLst/>
          </a:prstGeom>
          <a:solidFill>
            <a:srgbClr val="FF9900">
              <a:alpha val="70000"/>
            </a:srgbClr>
          </a:solidFill>
          <a:ln/>
        </p:spPr>
        <p:txBody>
          <a:bodyPr/>
          <a:lstStyle/>
          <a:p>
            <a:endParaRPr lang="en-IN"/>
          </a:p>
        </p:txBody>
      </p:sp>
      <p:sp>
        <p:nvSpPr>
          <p:cNvPr id="62" name="Shape 60"/>
          <p:cNvSpPr/>
          <p:nvPr/>
        </p:nvSpPr>
        <p:spPr>
          <a:xfrm>
            <a:off x="10258425" y="3705458"/>
            <a:ext cx="112514" cy="361484"/>
          </a:xfrm>
          <a:prstGeom prst="rect">
            <a:avLst/>
          </a:prstGeom>
          <a:solidFill>
            <a:srgbClr val="FF9900">
              <a:alpha val="70000"/>
            </a:srgbClr>
          </a:solidFill>
          <a:ln/>
        </p:spPr>
        <p:txBody>
          <a:bodyPr/>
          <a:lstStyle/>
          <a:p>
            <a:endParaRPr lang="en-IN"/>
          </a:p>
        </p:txBody>
      </p:sp>
      <p:sp>
        <p:nvSpPr>
          <p:cNvPr id="63" name="Shape 61"/>
          <p:cNvSpPr/>
          <p:nvPr/>
        </p:nvSpPr>
        <p:spPr>
          <a:xfrm>
            <a:off x="10438448" y="3702867"/>
            <a:ext cx="112514" cy="366666"/>
          </a:xfrm>
          <a:prstGeom prst="rect">
            <a:avLst/>
          </a:prstGeom>
          <a:solidFill>
            <a:srgbClr val="FF9900">
              <a:alpha val="70000"/>
            </a:srgbClr>
          </a:solidFill>
          <a:ln/>
        </p:spPr>
        <p:txBody>
          <a:bodyPr/>
          <a:lstStyle/>
          <a:p>
            <a:endParaRPr lang="en-IN"/>
          </a:p>
        </p:txBody>
      </p:sp>
      <p:sp>
        <p:nvSpPr>
          <p:cNvPr id="64" name="Shape 62"/>
          <p:cNvSpPr/>
          <p:nvPr/>
        </p:nvSpPr>
        <p:spPr>
          <a:xfrm>
            <a:off x="10618470" y="3464732"/>
            <a:ext cx="112514" cy="842936"/>
          </a:xfrm>
          <a:prstGeom prst="rect">
            <a:avLst/>
          </a:prstGeom>
          <a:solidFill>
            <a:srgbClr val="FF9900">
              <a:alpha val="70000"/>
            </a:srgbClr>
          </a:solidFill>
          <a:ln/>
        </p:spPr>
        <p:txBody>
          <a:bodyPr/>
          <a:lstStyle/>
          <a:p>
            <a:endParaRPr lang="en-IN"/>
          </a:p>
        </p:txBody>
      </p:sp>
      <p:sp>
        <p:nvSpPr>
          <p:cNvPr id="65" name="Shape 63"/>
          <p:cNvSpPr/>
          <p:nvPr/>
        </p:nvSpPr>
        <p:spPr>
          <a:xfrm>
            <a:off x="10798493" y="3500859"/>
            <a:ext cx="112514" cy="770683"/>
          </a:xfrm>
          <a:prstGeom prst="rect">
            <a:avLst/>
          </a:prstGeom>
          <a:solidFill>
            <a:srgbClr val="FF9900">
              <a:alpha val="70000"/>
            </a:srgbClr>
          </a:solidFill>
          <a:ln/>
        </p:spPr>
        <p:txBody>
          <a:bodyPr/>
          <a:lstStyle/>
          <a:p>
            <a:endParaRPr lang="en-IN"/>
          </a:p>
        </p:txBody>
      </p:sp>
      <p:sp>
        <p:nvSpPr>
          <p:cNvPr id="66" name="Shape 64"/>
          <p:cNvSpPr/>
          <p:nvPr/>
        </p:nvSpPr>
        <p:spPr>
          <a:xfrm>
            <a:off x="10978515" y="3754387"/>
            <a:ext cx="112514" cy="263627"/>
          </a:xfrm>
          <a:prstGeom prst="rect">
            <a:avLst/>
          </a:prstGeom>
          <a:solidFill>
            <a:srgbClr val="FF9900">
              <a:alpha val="70000"/>
            </a:srgbClr>
          </a:solidFill>
          <a:ln/>
        </p:spPr>
        <p:txBody>
          <a:bodyPr/>
          <a:lstStyle/>
          <a:p>
            <a:endParaRPr lang="en-IN"/>
          </a:p>
        </p:txBody>
      </p:sp>
      <p:sp>
        <p:nvSpPr>
          <p:cNvPr id="67" name="Shape 65"/>
          <p:cNvSpPr/>
          <p:nvPr/>
        </p:nvSpPr>
        <p:spPr>
          <a:xfrm>
            <a:off x="11158538" y="3613659"/>
            <a:ext cx="112514" cy="545081"/>
          </a:xfrm>
          <a:prstGeom prst="rect">
            <a:avLst/>
          </a:prstGeom>
          <a:solidFill>
            <a:srgbClr val="FF9900">
              <a:alpha val="70000"/>
            </a:srgbClr>
          </a:solidFill>
          <a:ln/>
        </p:spPr>
        <p:txBody>
          <a:bodyPr/>
          <a:lstStyle/>
          <a:p>
            <a:endParaRPr lang="en-IN"/>
          </a:p>
        </p:txBody>
      </p:sp>
      <p:sp>
        <p:nvSpPr>
          <p:cNvPr id="68" name="Shape 66"/>
          <p:cNvSpPr/>
          <p:nvPr/>
        </p:nvSpPr>
        <p:spPr>
          <a:xfrm>
            <a:off x="9441180" y="4709160"/>
            <a:ext cx="914400" cy="914400"/>
          </a:xfrm>
          <a:prstGeom prst="ellipse">
            <a:avLst/>
          </a:prstGeom>
          <a:solidFill>
            <a:srgbClr val="FF9900">
              <a:alpha val="18000"/>
            </a:srgbClr>
          </a:solidFill>
          <a:ln w="19050">
            <a:solidFill>
              <a:srgbClr val="FF9900"/>
            </a:solidFill>
            <a:prstDash val="solid"/>
          </a:ln>
        </p:spPr>
        <p:txBody>
          <a:bodyPr/>
          <a:lstStyle/>
          <a:p>
            <a:endParaRPr lang="en-IN"/>
          </a:p>
        </p:txBody>
      </p:sp>
      <p:sp>
        <p:nvSpPr>
          <p:cNvPr id="69" name="Text 67"/>
          <p:cNvSpPr/>
          <p:nvPr/>
        </p:nvSpPr>
        <p:spPr>
          <a:xfrm>
            <a:off x="9441180" y="4709160"/>
            <a:ext cx="914400" cy="914400"/>
          </a:xfrm>
          <a:prstGeom prst="rect">
            <a:avLst/>
          </a:prstGeom>
          <a:noFill/>
          <a:ln/>
        </p:spPr>
        <p:txBody>
          <a:bodyPr wrap="square" rtlCol="0" anchor="ctr"/>
          <a:lstStyle/>
          <a:p>
            <a:pPr marL="0" indent="0" algn="ctr">
              <a:buNone/>
            </a:pPr>
            <a:r>
              <a:rPr lang="en-US" sz="2400" b="1" dirty="0">
                <a:solidFill>
                  <a:srgbClr val="FF9900"/>
                </a:solidFill>
                <a:latin typeface="Cambria" pitchFamily="34" charset="0"/>
                <a:ea typeface="Cambria" pitchFamily="34" charset="-122"/>
                <a:cs typeface="Cambria" pitchFamily="34" charset="-120"/>
              </a:rPr>
              <a:t>2</a:t>
            </a:r>
            <a:endParaRPr lang="en-US" sz="2400" dirty="0"/>
          </a:p>
        </p:txBody>
      </p:sp>
      <p:sp>
        <p:nvSpPr>
          <p:cNvPr id="70" name="Text 68"/>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3102B"/>
        </a:solidFill>
        <a:effectLst/>
      </p:bgPr>
    </p:bg>
    <p:spTree>
      <p:nvGrpSpPr>
        <p:cNvPr id="1" name="">
          <a:extLst>
            <a:ext uri="{FF2B5EF4-FFF2-40B4-BE49-F238E27FC236}">
              <a16:creationId xmlns:a16="http://schemas.microsoft.com/office/drawing/2014/main" id="{BA88C2F8-58EA-F07A-B137-91588E7BD560}"/>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4247B2B5-C119-CED0-4A32-C1D894522CF2}"/>
              </a:ext>
            </a:extLst>
          </p:cNvPr>
          <p:cNvSpPr/>
          <p:nvPr/>
        </p:nvSpPr>
        <p:spPr>
          <a:xfrm>
            <a:off x="609600" y="1158240"/>
            <a:ext cx="10231120" cy="1584960"/>
          </a:xfrm>
          <a:prstGeom prst="roundRect">
            <a:avLst>
              <a:gd name="adj" fmla="val 5455"/>
            </a:avLst>
          </a:prstGeom>
          <a:solidFill>
            <a:srgbClr val="6E5AE0"/>
          </a:solidFill>
          <a:ln/>
        </p:spPr>
        <p:txBody>
          <a:bodyPr/>
          <a:lstStyle/>
          <a:p>
            <a:endParaRPr lang="en-IN"/>
          </a:p>
        </p:txBody>
      </p:sp>
      <p:sp>
        <p:nvSpPr>
          <p:cNvPr id="6" name="Text 4">
            <a:extLst>
              <a:ext uri="{FF2B5EF4-FFF2-40B4-BE49-F238E27FC236}">
                <a16:creationId xmlns:a16="http://schemas.microsoft.com/office/drawing/2014/main" id="{8525FE1E-1047-C5FF-8747-BCBFD56E0C17}"/>
              </a:ext>
            </a:extLst>
          </p:cNvPr>
          <p:cNvSpPr/>
          <p:nvPr/>
        </p:nvSpPr>
        <p:spPr>
          <a:xfrm>
            <a:off x="548640" y="1747520"/>
            <a:ext cx="2651760" cy="822960"/>
          </a:xfrm>
          <a:prstGeom prst="rect">
            <a:avLst/>
          </a:prstGeom>
          <a:noFill/>
          <a:ln/>
        </p:spPr>
        <p:txBody>
          <a:bodyPr wrap="square" rtlCol="0" anchor="ctr"/>
          <a:lstStyle/>
          <a:p>
            <a:pPr marL="0" indent="0" algn="ctr">
              <a:buNone/>
            </a:pPr>
            <a:endParaRPr lang="en-US" sz="4000" dirty="0"/>
          </a:p>
        </p:txBody>
      </p:sp>
      <p:sp>
        <p:nvSpPr>
          <p:cNvPr id="7" name="Text 5">
            <a:extLst>
              <a:ext uri="{FF2B5EF4-FFF2-40B4-BE49-F238E27FC236}">
                <a16:creationId xmlns:a16="http://schemas.microsoft.com/office/drawing/2014/main" id="{588551E5-AE53-79A6-42C4-CE3232A40618}"/>
              </a:ext>
            </a:extLst>
          </p:cNvPr>
          <p:cNvSpPr/>
          <p:nvPr/>
        </p:nvSpPr>
        <p:spPr>
          <a:xfrm>
            <a:off x="497840" y="1198880"/>
            <a:ext cx="1595120" cy="457200"/>
          </a:xfrm>
          <a:prstGeom prst="rect">
            <a:avLst/>
          </a:prstGeom>
          <a:noFill/>
          <a:ln/>
        </p:spPr>
        <p:txBody>
          <a:bodyPr wrap="square" rtlCol="0" anchor="ctr"/>
          <a:lstStyle/>
          <a:p>
            <a:pPr marL="0" indent="0" algn="ctr">
              <a:buNone/>
            </a:pPr>
            <a:r>
              <a:rPr lang="en-US" sz="1600" kern="0" spc="200" dirty="0">
                <a:solidFill>
                  <a:srgbClr val="E9E4FF"/>
                </a:solidFill>
                <a:latin typeface="Calibri" pitchFamily="34" charset="0"/>
                <a:ea typeface="Calibri" pitchFamily="34" charset="-122"/>
                <a:cs typeface="Calibri" pitchFamily="34" charset="-120"/>
              </a:rPr>
              <a:t>CLUSTER 0</a:t>
            </a:r>
            <a:endParaRPr lang="en-US" sz="1600" dirty="0"/>
          </a:p>
        </p:txBody>
      </p:sp>
      <p:sp>
        <p:nvSpPr>
          <p:cNvPr id="14" name="Text 11">
            <a:extLst>
              <a:ext uri="{FF2B5EF4-FFF2-40B4-BE49-F238E27FC236}">
                <a16:creationId xmlns:a16="http://schemas.microsoft.com/office/drawing/2014/main" id="{F2BDC095-8C8A-8796-00B4-229BB5EC1FBD}"/>
              </a:ext>
            </a:extLst>
          </p:cNvPr>
          <p:cNvSpPr/>
          <p:nvPr/>
        </p:nvSpPr>
        <p:spPr>
          <a:xfrm>
            <a:off x="11475720" y="545084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07</a:t>
            </a:r>
            <a:endParaRPr lang="en-US" sz="1000" dirty="0"/>
          </a:p>
        </p:txBody>
      </p:sp>
      <p:sp>
        <p:nvSpPr>
          <p:cNvPr id="4" name="Text 2">
            <a:extLst>
              <a:ext uri="{FF2B5EF4-FFF2-40B4-BE49-F238E27FC236}">
                <a16:creationId xmlns:a16="http://schemas.microsoft.com/office/drawing/2014/main" id="{8FBC448C-DA3B-369F-001A-3A3CE50E6E4A}"/>
              </a:ext>
            </a:extLst>
          </p:cNvPr>
          <p:cNvSpPr/>
          <p:nvPr/>
        </p:nvSpPr>
        <p:spPr>
          <a:xfrm>
            <a:off x="741680" y="1645920"/>
            <a:ext cx="9174480" cy="822960"/>
          </a:xfrm>
          <a:prstGeom prst="rect">
            <a:avLst/>
          </a:prstGeom>
          <a:noFill/>
          <a:ln/>
        </p:spPr>
        <p:txBody>
          <a:bodyPr wrap="square" rtlCol="0" anchor="ctr"/>
          <a:lstStyle/>
          <a:p>
            <a:pPr>
              <a:lnSpc>
                <a:spcPct val="120000"/>
              </a:lnSpc>
            </a:pPr>
            <a:r>
              <a:rPr lang="en-IN" sz="1400" dirty="0">
                <a:solidFill>
                  <a:schemeClr val="bg1"/>
                </a:solidFill>
              </a:rPr>
              <a:t>Cluster 0 consists of tracks with extremely high </a:t>
            </a:r>
            <a:r>
              <a:rPr lang="en-IN" sz="1400" dirty="0" err="1">
                <a:solidFill>
                  <a:schemeClr val="bg1"/>
                </a:solidFill>
              </a:rPr>
              <a:t>speechiness</a:t>
            </a:r>
            <a:r>
              <a:rPr lang="en-IN" sz="1400" dirty="0">
                <a:solidFill>
                  <a:schemeClr val="bg1"/>
                </a:solidFill>
              </a:rPr>
              <a:t> and relatively short durations. These songs are likely to contain spoken-word content such as podcasts, speeches, comedy recordings, or live performances. The higher liveness value also indicates recordings captured in front of an audience</a:t>
            </a:r>
            <a:endParaRPr lang="en-US" sz="1400" dirty="0">
              <a:solidFill>
                <a:schemeClr val="bg1"/>
              </a:solidFill>
            </a:endParaRPr>
          </a:p>
        </p:txBody>
      </p:sp>
      <p:sp>
        <p:nvSpPr>
          <p:cNvPr id="16" name="Shape 3">
            <a:extLst>
              <a:ext uri="{FF2B5EF4-FFF2-40B4-BE49-F238E27FC236}">
                <a16:creationId xmlns:a16="http://schemas.microsoft.com/office/drawing/2014/main" id="{A7DFF0AE-282E-A582-8511-7060A88BA4D2}"/>
              </a:ext>
            </a:extLst>
          </p:cNvPr>
          <p:cNvSpPr/>
          <p:nvPr/>
        </p:nvSpPr>
        <p:spPr>
          <a:xfrm>
            <a:off x="629920" y="2946400"/>
            <a:ext cx="10231120" cy="1584960"/>
          </a:xfrm>
          <a:prstGeom prst="roundRect">
            <a:avLst>
              <a:gd name="adj" fmla="val 5455"/>
            </a:avLst>
          </a:prstGeom>
          <a:solidFill>
            <a:srgbClr val="6E5AE0"/>
          </a:solidFill>
          <a:ln/>
        </p:spPr>
        <p:txBody>
          <a:bodyPr/>
          <a:lstStyle/>
          <a:p>
            <a:endParaRPr lang="en-IN"/>
          </a:p>
        </p:txBody>
      </p:sp>
      <p:sp>
        <p:nvSpPr>
          <p:cNvPr id="18" name="Text 5">
            <a:extLst>
              <a:ext uri="{FF2B5EF4-FFF2-40B4-BE49-F238E27FC236}">
                <a16:creationId xmlns:a16="http://schemas.microsoft.com/office/drawing/2014/main" id="{F2080E63-1469-71DF-38C3-57086D9C11B8}"/>
              </a:ext>
            </a:extLst>
          </p:cNvPr>
          <p:cNvSpPr/>
          <p:nvPr/>
        </p:nvSpPr>
        <p:spPr>
          <a:xfrm>
            <a:off x="518160" y="2987040"/>
            <a:ext cx="1595120" cy="457200"/>
          </a:xfrm>
          <a:prstGeom prst="rect">
            <a:avLst/>
          </a:prstGeom>
          <a:noFill/>
          <a:ln/>
        </p:spPr>
        <p:txBody>
          <a:bodyPr wrap="square" rtlCol="0" anchor="ctr"/>
          <a:lstStyle/>
          <a:p>
            <a:pPr marL="0" indent="0" algn="ctr">
              <a:buNone/>
            </a:pPr>
            <a:r>
              <a:rPr lang="en-US" sz="1600" kern="0" spc="200" dirty="0">
                <a:solidFill>
                  <a:srgbClr val="E9E4FF"/>
                </a:solidFill>
                <a:latin typeface="Calibri" pitchFamily="34" charset="0"/>
                <a:ea typeface="Calibri" pitchFamily="34" charset="-122"/>
                <a:cs typeface="Calibri" pitchFamily="34" charset="-120"/>
              </a:rPr>
              <a:t>CLUSTER 1</a:t>
            </a:r>
            <a:endParaRPr lang="en-US" sz="1600" dirty="0"/>
          </a:p>
        </p:txBody>
      </p:sp>
      <p:sp>
        <p:nvSpPr>
          <p:cNvPr id="20" name="Text 2">
            <a:extLst>
              <a:ext uri="{FF2B5EF4-FFF2-40B4-BE49-F238E27FC236}">
                <a16:creationId xmlns:a16="http://schemas.microsoft.com/office/drawing/2014/main" id="{4A3345EB-9C9D-6839-1493-24010C6442F7}"/>
              </a:ext>
            </a:extLst>
          </p:cNvPr>
          <p:cNvSpPr/>
          <p:nvPr/>
        </p:nvSpPr>
        <p:spPr>
          <a:xfrm>
            <a:off x="762000" y="3434080"/>
            <a:ext cx="9174480" cy="822960"/>
          </a:xfrm>
          <a:prstGeom prst="rect">
            <a:avLst/>
          </a:prstGeom>
          <a:noFill/>
          <a:ln/>
        </p:spPr>
        <p:txBody>
          <a:bodyPr wrap="square" rtlCol="0" anchor="ctr"/>
          <a:lstStyle/>
          <a:p>
            <a:pPr>
              <a:lnSpc>
                <a:spcPct val="120000"/>
              </a:lnSpc>
            </a:pPr>
            <a:r>
              <a:rPr lang="en-IN" sz="1400" dirty="0">
                <a:solidFill>
                  <a:schemeClr val="bg1"/>
                </a:solidFill>
              </a:rPr>
              <a:t>Cluster 1 represents calm and relaxing music characterized by low energy, high </a:t>
            </a:r>
            <a:r>
              <a:rPr lang="en-IN" sz="1400" dirty="0" err="1">
                <a:solidFill>
                  <a:schemeClr val="bg1"/>
                </a:solidFill>
              </a:rPr>
              <a:t>acousticness</a:t>
            </a:r>
            <a:r>
              <a:rPr lang="en-IN" sz="1400" dirty="0">
                <a:solidFill>
                  <a:schemeClr val="bg1"/>
                </a:solidFill>
              </a:rPr>
              <a:t>, and higher </a:t>
            </a:r>
            <a:r>
              <a:rPr lang="en-IN" sz="1400" dirty="0" err="1">
                <a:solidFill>
                  <a:schemeClr val="bg1"/>
                </a:solidFill>
              </a:rPr>
              <a:t>instrumentalness</a:t>
            </a:r>
            <a:r>
              <a:rPr lang="en-IN" sz="1400" dirty="0">
                <a:solidFill>
                  <a:schemeClr val="bg1"/>
                </a:solidFill>
              </a:rPr>
              <a:t>. These songs are likely to be acoustic, folk, classical, or instrumental tracks suitable for relaxing or studying.</a:t>
            </a:r>
            <a:endParaRPr lang="en-US" sz="1400" dirty="0">
              <a:solidFill>
                <a:schemeClr val="bg1"/>
              </a:solidFill>
            </a:endParaRPr>
          </a:p>
        </p:txBody>
      </p:sp>
      <p:sp>
        <p:nvSpPr>
          <p:cNvPr id="22" name="Shape 3">
            <a:extLst>
              <a:ext uri="{FF2B5EF4-FFF2-40B4-BE49-F238E27FC236}">
                <a16:creationId xmlns:a16="http://schemas.microsoft.com/office/drawing/2014/main" id="{CC28442E-8FF4-197C-29F2-478609B81D30}"/>
              </a:ext>
            </a:extLst>
          </p:cNvPr>
          <p:cNvSpPr/>
          <p:nvPr/>
        </p:nvSpPr>
        <p:spPr>
          <a:xfrm>
            <a:off x="640080" y="4805680"/>
            <a:ext cx="10231120" cy="1584960"/>
          </a:xfrm>
          <a:prstGeom prst="roundRect">
            <a:avLst>
              <a:gd name="adj" fmla="val 5455"/>
            </a:avLst>
          </a:prstGeom>
          <a:solidFill>
            <a:srgbClr val="6E5AE0"/>
          </a:solidFill>
          <a:ln/>
        </p:spPr>
        <p:txBody>
          <a:bodyPr/>
          <a:lstStyle/>
          <a:p>
            <a:endParaRPr lang="en-IN"/>
          </a:p>
        </p:txBody>
      </p:sp>
      <p:sp>
        <p:nvSpPr>
          <p:cNvPr id="24" name="Text 5">
            <a:extLst>
              <a:ext uri="{FF2B5EF4-FFF2-40B4-BE49-F238E27FC236}">
                <a16:creationId xmlns:a16="http://schemas.microsoft.com/office/drawing/2014/main" id="{F752E5A9-C302-0F0D-EFD1-99E76630965D}"/>
              </a:ext>
            </a:extLst>
          </p:cNvPr>
          <p:cNvSpPr/>
          <p:nvPr/>
        </p:nvSpPr>
        <p:spPr>
          <a:xfrm>
            <a:off x="528320" y="4846320"/>
            <a:ext cx="1595120" cy="457200"/>
          </a:xfrm>
          <a:prstGeom prst="rect">
            <a:avLst/>
          </a:prstGeom>
          <a:noFill/>
          <a:ln/>
        </p:spPr>
        <p:txBody>
          <a:bodyPr wrap="square" rtlCol="0" anchor="ctr"/>
          <a:lstStyle/>
          <a:p>
            <a:pPr marL="0" indent="0" algn="ctr">
              <a:buNone/>
            </a:pPr>
            <a:r>
              <a:rPr lang="en-US" sz="1600" kern="0" spc="200" dirty="0">
                <a:solidFill>
                  <a:srgbClr val="E9E4FF"/>
                </a:solidFill>
                <a:latin typeface="Calibri" pitchFamily="34" charset="0"/>
                <a:ea typeface="Calibri" pitchFamily="34" charset="-122"/>
                <a:cs typeface="Calibri" pitchFamily="34" charset="-120"/>
              </a:rPr>
              <a:t>CLUSTER</a:t>
            </a:r>
            <a:r>
              <a:rPr lang="en-US" sz="1100" kern="0" spc="200" dirty="0">
                <a:solidFill>
                  <a:srgbClr val="E9E4FF"/>
                </a:solidFill>
                <a:latin typeface="Calibri" pitchFamily="34" charset="0"/>
                <a:ea typeface="Calibri" pitchFamily="34" charset="-122"/>
                <a:cs typeface="Calibri" pitchFamily="34" charset="-120"/>
              </a:rPr>
              <a:t> </a:t>
            </a:r>
            <a:r>
              <a:rPr lang="en-US" sz="1600" kern="0" spc="200" dirty="0">
                <a:solidFill>
                  <a:srgbClr val="E9E4FF"/>
                </a:solidFill>
                <a:latin typeface="Calibri" pitchFamily="34" charset="0"/>
                <a:ea typeface="Calibri" pitchFamily="34" charset="-122"/>
                <a:cs typeface="Calibri" pitchFamily="34" charset="-120"/>
              </a:rPr>
              <a:t>2</a:t>
            </a:r>
            <a:endParaRPr lang="en-US" sz="1600" dirty="0"/>
          </a:p>
        </p:txBody>
      </p:sp>
      <p:sp>
        <p:nvSpPr>
          <p:cNvPr id="26" name="Text 2">
            <a:extLst>
              <a:ext uri="{FF2B5EF4-FFF2-40B4-BE49-F238E27FC236}">
                <a16:creationId xmlns:a16="http://schemas.microsoft.com/office/drawing/2014/main" id="{B3EC9CFA-0D9D-432C-3998-C7373784D37C}"/>
              </a:ext>
            </a:extLst>
          </p:cNvPr>
          <p:cNvSpPr/>
          <p:nvPr/>
        </p:nvSpPr>
        <p:spPr>
          <a:xfrm>
            <a:off x="772160" y="5293360"/>
            <a:ext cx="9174480" cy="822960"/>
          </a:xfrm>
          <a:prstGeom prst="rect">
            <a:avLst/>
          </a:prstGeom>
          <a:noFill/>
          <a:ln/>
        </p:spPr>
        <p:txBody>
          <a:bodyPr wrap="square" rtlCol="0" anchor="ctr"/>
          <a:lstStyle/>
          <a:p>
            <a:pPr>
              <a:lnSpc>
                <a:spcPct val="120000"/>
              </a:lnSpc>
            </a:pPr>
            <a:r>
              <a:rPr lang="en-IN" sz="1400" dirty="0">
                <a:solidFill>
                  <a:schemeClr val="bg1"/>
                </a:solidFill>
              </a:rPr>
              <a:t>Cluster 2 contains energetic and upbeat songs with high danceability, high energy, loudness, fast tempo, and positive emotional tone (valence). These tracks are suitable for parties, workouts, and dance playlists.</a:t>
            </a:r>
            <a:endParaRPr lang="en-US" sz="1400" dirty="0">
              <a:solidFill>
                <a:schemeClr val="bg1"/>
              </a:solidFill>
            </a:endParaRPr>
          </a:p>
        </p:txBody>
      </p:sp>
      <p:sp>
        <p:nvSpPr>
          <p:cNvPr id="28" name="Text 0">
            <a:extLst>
              <a:ext uri="{FF2B5EF4-FFF2-40B4-BE49-F238E27FC236}">
                <a16:creationId xmlns:a16="http://schemas.microsoft.com/office/drawing/2014/main" id="{24D68A55-68D1-55EB-13F5-3C6CDCD6BF26}"/>
              </a:ext>
            </a:extLst>
          </p:cNvPr>
          <p:cNvSpPr/>
          <p:nvPr/>
        </p:nvSpPr>
        <p:spPr>
          <a:xfrm>
            <a:off x="548640" y="101600"/>
            <a:ext cx="5486400" cy="365760"/>
          </a:xfrm>
          <a:prstGeom prst="rect">
            <a:avLst/>
          </a:prstGeom>
          <a:noFill/>
          <a:ln/>
        </p:spPr>
        <p:txBody>
          <a:bodyPr wrap="square" rtlCol="0" anchor="ctr"/>
          <a:lstStyle/>
          <a:p>
            <a:pPr marL="0" indent="0">
              <a:buNone/>
            </a:pPr>
            <a:r>
              <a:rPr lang="en-US" sz="1200" b="1" kern="0" spc="300" dirty="0">
                <a:solidFill>
                  <a:srgbClr val="3FE0D0"/>
                </a:solidFill>
                <a:latin typeface="Calibri" pitchFamily="34" charset="0"/>
                <a:ea typeface="Calibri" pitchFamily="34" charset="-122"/>
                <a:cs typeface="Calibri" pitchFamily="34" charset="-120"/>
              </a:rPr>
              <a:t>RESULTS</a:t>
            </a:r>
            <a:endParaRPr lang="en-US" sz="1200" dirty="0"/>
          </a:p>
        </p:txBody>
      </p:sp>
      <p:sp>
        <p:nvSpPr>
          <p:cNvPr id="30" name="Text 1">
            <a:extLst>
              <a:ext uri="{FF2B5EF4-FFF2-40B4-BE49-F238E27FC236}">
                <a16:creationId xmlns:a16="http://schemas.microsoft.com/office/drawing/2014/main" id="{CEBF465F-7970-C37C-1850-0D8AE59105E8}"/>
              </a:ext>
            </a:extLst>
          </p:cNvPr>
          <p:cNvSpPr/>
          <p:nvPr/>
        </p:nvSpPr>
        <p:spPr>
          <a:xfrm>
            <a:off x="548640" y="42164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Cluster Interpretation</a:t>
            </a:r>
            <a:endParaRPr lang="en-US" sz="3200" dirty="0"/>
          </a:p>
        </p:txBody>
      </p:sp>
    </p:spTree>
    <p:extLst>
      <p:ext uri="{BB962C8B-B14F-4D97-AF65-F5344CB8AC3E}">
        <p14:creationId xmlns:p14="http://schemas.microsoft.com/office/powerpoint/2010/main" val="752086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3102B"/>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3FE0D0"/>
                </a:solidFill>
                <a:latin typeface="Calibri" pitchFamily="34" charset="0"/>
                <a:ea typeface="Calibri" pitchFamily="34" charset="-122"/>
                <a:cs typeface="Calibri" pitchFamily="34" charset="-120"/>
              </a:rPr>
              <a:t>ALGORITHM 2</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DBSCAN Clustering</a:t>
            </a:r>
            <a:endParaRPr lang="en-US" sz="3200" dirty="0"/>
          </a:p>
        </p:txBody>
      </p:sp>
      <p:sp>
        <p:nvSpPr>
          <p:cNvPr id="4" name="Shape 2"/>
          <p:cNvSpPr/>
          <p:nvPr/>
        </p:nvSpPr>
        <p:spPr>
          <a:xfrm>
            <a:off x="548640" y="1737360"/>
            <a:ext cx="3291840" cy="4023360"/>
          </a:xfrm>
          <a:prstGeom prst="roundRect">
            <a:avLst>
              <a:gd name="adj" fmla="val 3333"/>
            </a:avLst>
          </a:prstGeom>
          <a:solidFill>
            <a:srgbClr val="231C4F"/>
          </a:solidFill>
          <a:ln/>
        </p:spPr>
        <p:txBody>
          <a:bodyPr/>
          <a:lstStyle/>
          <a:p>
            <a:endParaRPr lang="en-IN"/>
          </a:p>
        </p:txBody>
      </p:sp>
      <p:sp>
        <p:nvSpPr>
          <p:cNvPr id="5" name="Text 3"/>
          <p:cNvSpPr/>
          <p:nvPr/>
        </p:nvSpPr>
        <p:spPr>
          <a:xfrm>
            <a:off x="822960" y="1965960"/>
            <a:ext cx="2743200" cy="320040"/>
          </a:xfrm>
          <a:prstGeom prst="rect">
            <a:avLst/>
          </a:prstGeom>
          <a:noFill/>
          <a:ln/>
        </p:spPr>
        <p:txBody>
          <a:bodyPr wrap="square" rtlCol="0" anchor="ctr"/>
          <a:lstStyle/>
          <a:p>
            <a:pPr marL="0" indent="0">
              <a:buNone/>
            </a:pPr>
            <a:r>
              <a:rPr lang="en-US" sz="1200" b="1" kern="0" spc="200" dirty="0">
                <a:solidFill>
                  <a:srgbClr val="3FE0D0"/>
                </a:solidFill>
                <a:latin typeface="Calibri" pitchFamily="34" charset="0"/>
                <a:ea typeface="Calibri" pitchFamily="34" charset="-122"/>
                <a:cs typeface="Calibri" pitchFamily="34" charset="-120"/>
              </a:rPr>
              <a:t>PARAMETERS</a:t>
            </a:r>
            <a:endParaRPr lang="en-US" sz="1200" dirty="0"/>
          </a:p>
        </p:txBody>
      </p:sp>
      <p:sp>
        <p:nvSpPr>
          <p:cNvPr id="6" name="Text 4"/>
          <p:cNvSpPr/>
          <p:nvPr/>
        </p:nvSpPr>
        <p:spPr>
          <a:xfrm>
            <a:off x="822960" y="2377440"/>
            <a:ext cx="27432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eps = 1.0</a:t>
            </a:r>
            <a:endParaRPr lang="en-US" sz="2400" dirty="0"/>
          </a:p>
        </p:txBody>
      </p:sp>
      <p:sp>
        <p:nvSpPr>
          <p:cNvPr id="7" name="Text 5"/>
          <p:cNvSpPr/>
          <p:nvPr/>
        </p:nvSpPr>
        <p:spPr>
          <a:xfrm>
            <a:off x="822960" y="2880360"/>
            <a:ext cx="2743200" cy="320040"/>
          </a:xfrm>
          <a:prstGeom prst="rect">
            <a:avLst/>
          </a:prstGeom>
          <a:noFill/>
          <a:ln/>
        </p:spPr>
        <p:txBody>
          <a:bodyPr wrap="square" rtlCol="0" anchor="ctr"/>
          <a:lstStyle/>
          <a:p>
            <a:pPr marL="0" indent="0">
              <a:buNone/>
            </a:pPr>
            <a:r>
              <a:rPr lang="en-US" sz="1150" dirty="0">
                <a:solidFill>
                  <a:srgbClr val="A79FD1"/>
                </a:solidFill>
                <a:latin typeface="Calibri" pitchFamily="34" charset="0"/>
                <a:ea typeface="Calibri" pitchFamily="34" charset="-122"/>
                <a:cs typeface="Calibri" pitchFamily="34" charset="-120"/>
              </a:rPr>
              <a:t>neighborhood radius</a:t>
            </a:r>
            <a:endParaRPr lang="en-US" sz="1150" dirty="0"/>
          </a:p>
        </p:txBody>
      </p:sp>
      <p:sp>
        <p:nvSpPr>
          <p:cNvPr id="8" name="Text 6"/>
          <p:cNvSpPr/>
          <p:nvPr/>
        </p:nvSpPr>
        <p:spPr>
          <a:xfrm>
            <a:off x="822960" y="3337560"/>
            <a:ext cx="27432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min_samples = 10</a:t>
            </a:r>
            <a:endParaRPr lang="en-US" sz="2400" dirty="0"/>
          </a:p>
        </p:txBody>
      </p:sp>
      <p:sp>
        <p:nvSpPr>
          <p:cNvPr id="9" name="Text 7"/>
          <p:cNvSpPr/>
          <p:nvPr/>
        </p:nvSpPr>
        <p:spPr>
          <a:xfrm>
            <a:off x="822960" y="3840480"/>
            <a:ext cx="2743200" cy="320040"/>
          </a:xfrm>
          <a:prstGeom prst="rect">
            <a:avLst/>
          </a:prstGeom>
          <a:noFill/>
          <a:ln/>
        </p:spPr>
        <p:txBody>
          <a:bodyPr wrap="square" rtlCol="0" anchor="ctr"/>
          <a:lstStyle/>
          <a:p>
            <a:pPr marL="0" indent="0">
              <a:buNone/>
            </a:pPr>
            <a:r>
              <a:rPr lang="en-US" sz="1150" dirty="0">
                <a:solidFill>
                  <a:srgbClr val="A79FD1"/>
                </a:solidFill>
                <a:latin typeface="Calibri" pitchFamily="34" charset="0"/>
                <a:ea typeface="Calibri" pitchFamily="34" charset="-122"/>
                <a:cs typeface="Calibri" pitchFamily="34" charset="-120"/>
              </a:rPr>
              <a:t>minimum density threshold</a:t>
            </a:r>
            <a:endParaRPr lang="en-US" sz="1150" dirty="0"/>
          </a:p>
        </p:txBody>
      </p:sp>
      <p:sp>
        <p:nvSpPr>
          <p:cNvPr id="10" name="Shape 8"/>
          <p:cNvSpPr/>
          <p:nvPr/>
        </p:nvSpPr>
        <p:spPr>
          <a:xfrm>
            <a:off x="822960" y="4434840"/>
            <a:ext cx="2743200" cy="0"/>
          </a:xfrm>
          <a:prstGeom prst="line">
            <a:avLst/>
          </a:prstGeom>
          <a:noFill/>
          <a:ln w="12700">
            <a:solidFill>
              <a:srgbClr val="2C2560"/>
            </a:solidFill>
            <a:prstDash val="solid"/>
          </a:ln>
        </p:spPr>
        <p:txBody>
          <a:bodyPr/>
          <a:lstStyle/>
          <a:p>
            <a:endParaRPr lang="en-IN"/>
          </a:p>
        </p:txBody>
      </p:sp>
      <p:sp>
        <p:nvSpPr>
          <p:cNvPr id="11" name="Text 9"/>
          <p:cNvSpPr/>
          <p:nvPr/>
        </p:nvSpPr>
        <p:spPr>
          <a:xfrm>
            <a:off x="822960" y="4617720"/>
            <a:ext cx="2743200" cy="1005840"/>
          </a:xfrm>
          <a:prstGeom prst="rect">
            <a:avLst/>
          </a:prstGeom>
          <a:noFill/>
          <a:ln/>
        </p:spPr>
        <p:txBody>
          <a:bodyPr wrap="square" rtlCol="0" anchor="ctr"/>
          <a:lstStyle/>
          <a:p>
            <a:pPr marL="0" indent="0">
              <a:lnSpc>
                <a:spcPct val="120000"/>
              </a:lnSpc>
              <a:buNone/>
            </a:pPr>
            <a:r>
              <a:rPr lang="en-US" sz="1200" i="1" dirty="0">
                <a:solidFill>
                  <a:srgbClr val="E7E4F5"/>
                </a:solidFill>
                <a:latin typeface="Calibri" pitchFamily="34" charset="0"/>
                <a:ea typeface="Calibri" pitchFamily="34" charset="-122"/>
                <a:cs typeface="Calibri" pitchFamily="34" charset="-120"/>
              </a:rPr>
              <a:t>Density-based algorithm — groups dense regions, flags sparse points as noise.</a:t>
            </a:r>
            <a:endParaRPr lang="en-US" sz="1200" dirty="0"/>
          </a:p>
        </p:txBody>
      </p:sp>
      <p:sp>
        <p:nvSpPr>
          <p:cNvPr id="12" name="Shape 10"/>
          <p:cNvSpPr/>
          <p:nvPr/>
        </p:nvSpPr>
        <p:spPr>
          <a:xfrm>
            <a:off x="4114800" y="1737360"/>
            <a:ext cx="6583680" cy="1828800"/>
          </a:xfrm>
          <a:prstGeom prst="roundRect">
            <a:avLst>
              <a:gd name="adj" fmla="val 6000"/>
            </a:avLst>
          </a:prstGeom>
          <a:solidFill>
            <a:srgbClr val="2C2560"/>
          </a:solidFill>
          <a:ln/>
        </p:spPr>
        <p:txBody>
          <a:bodyPr/>
          <a:lstStyle/>
          <a:p>
            <a:endParaRPr lang="en-IN"/>
          </a:p>
        </p:txBody>
      </p:sp>
      <p:sp>
        <p:nvSpPr>
          <p:cNvPr id="13" name="Text 11"/>
          <p:cNvSpPr/>
          <p:nvPr/>
        </p:nvSpPr>
        <p:spPr>
          <a:xfrm>
            <a:off x="4434840" y="1965960"/>
            <a:ext cx="5486400" cy="365760"/>
          </a:xfrm>
          <a:prstGeom prst="rect">
            <a:avLst/>
          </a:prstGeom>
          <a:noFill/>
          <a:ln/>
        </p:spPr>
        <p:txBody>
          <a:bodyPr wrap="square" rtlCol="0" anchor="ctr"/>
          <a:lstStyle/>
          <a:p>
            <a:pPr marL="0" indent="0">
              <a:buNone/>
            </a:pPr>
            <a:r>
              <a:rPr lang="en-US" sz="1600" b="1" dirty="0">
                <a:solidFill>
                  <a:srgbClr val="FF9900"/>
                </a:solidFill>
                <a:latin typeface="Calibri" pitchFamily="34" charset="0"/>
                <a:ea typeface="Calibri" pitchFamily="34" charset="-122"/>
                <a:cs typeface="Calibri" pitchFamily="34" charset="-120"/>
              </a:rPr>
              <a:t>Unique cluster</a:t>
            </a:r>
            <a:endParaRPr lang="en-US" sz="1600" dirty="0"/>
          </a:p>
        </p:txBody>
      </p:sp>
      <p:sp>
        <p:nvSpPr>
          <p:cNvPr id="14" name="Text 12"/>
          <p:cNvSpPr/>
          <p:nvPr/>
        </p:nvSpPr>
        <p:spPr>
          <a:xfrm>
            <a:off x="4434840" y="2377440"/>
            <a:ext cx="5943600" cy="1097280"/>
          </a:xfrm>
          <a:prstGeom prst="rect">
            <a:avLst/>
          </a:prstGeom>
          <a:noFill/>
          <a:ln/>
        </p:spPr>
        <p:txBody>
          <a:bodyPr wrap="square" rtlCol="0" anchor="ctr"/>
          <a:lstStyle/>
          <a:p>
            <a:pPr>
              <a:lnSpc>
                <a:spcPct val="125000"/>
              </a:lnSpc>
            </a:pPr>
            <a:r>
              <a:rPr lang="en-IN" dirty="0">
                <a:solidFill>
                  <a:schemeClr val="bg1"/>
                </a:solidFill>
              </a:rPr>
              <a:t>[-1 0 1 2 3 4 5 6 7 8 9 10 11 12 13 14 15 16 17 18 19 20]</a:t>
            </a:r>
            <a:endParaRPr lang="en-US" sz="1400" dirty="0">
              <a:solidFill>
                <a:schemeClr val="bg1"/>
              </a:solidFill>
            </a:endParaRPr>
          </a:p>
        </p:txBody>
      </p:sp>
      <p:sp>
        <p:nvSpPr>
          <p:cNvPr id="16" name="Text 14"/>
          <p:cNvSpPr/>
          <p:nvPr/>
        </p:nvSpPr>
        <p:spPr>
          <a:xfrm>
            <a:off x="4434840" y="3977640"/>
            <a:ext cx="5486400" cy="365760"/>
          </a:xfrm>
          <a:prstGeom prst="rect">
            <a:avLst/>
          </a:prstGeom>
          <a:noFill/>
          <a:ln/>
        </p:spPr>
        <p:txBody>
          <a:bodyPr wrap="square" rtlCol="0" anchor="ctr"/>
          <a:lstStyle/>
          <a:p>
            <a:pPr marL="0" indent="0">
              <a:buNone/>
            </a:pPr>
            <a:r>
              <a:rPr lang="en-US" sz="1600" b="1" dirty="0">
                <a:solidFill>
                  <a:srgbClr val="13102B"/>
                </a:solidFill>
                <a:latin typeface="Calibri" pitchFamily="34" charset="0"/>
                <a:ea typeface="Calibri" pitchFamily="34" charset="-122"/>
                <a:cs typeface="Calibri" pitchFamily="34" charset="-120"/>
              </a:rPr>
              <a:t>Noise Point</a:t>
            </a:r>
            <a:endParaRPr lang="en-US" sz="1600" dirty="0"/>
          </a:p>
        </p:txBody>
      </p:sp>
      <p:sp>
        <p:nvSpPr>
          <p:cNvPr id="18" name="Text 16"/>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09</a:t>
            </a:r>
            <a:endParaRPr lang="en-US" sz="1000" dirty="0"/>
          </a:p>
        </p:txBody>
      </p:sp>
      <p:sp>
        <p:nvSpPr>
          <p:cNvPr id="20" name="Shape 10">
            <a:extLst>
              <a:ext uri="{FF2B5EF4-FFF2-40B4-BE49-F238E27FC236}">
                <a16:creationId xmlns:a16="http://schemas.microsoft.com/office/drawing/2014/main" id="{203DEE77-1F6D-A81B-F0A8-07D98E61CD17}"/>
              </a:ext>
            </a:extLst>
          </p:cNvPr>
          <p:cNvSpPr/>
          <p:nvPr/>
        </p:nvSpPr>
        <p:spPr>
          <a:xfrm>
            <a:off x="4135120" y="3799840"/>
            <a:ext cx="6583680" cy="1828800"/>
          </a:xfrm>
          <a:prstGeom prst="roundRect">
            <a:avLst>
              <a:gd name="adj" fmla="val 6000"/>
            </a:avLst>
          </a:prstGeom>
          <a:solidFill>
            <a:srgbClr val="2C2560"/>
          </a:solidFill>
          <a:ln/>
        </p:spPr>
        <p:txBody>
          <a:bodyPr/>
          <a:lstStyle/>
          <a:p>
            <a:endParaRPr lang="en-IN"/>
          </a:p>
        </p:txBody>
      </p:sp>
      <p:sp>
        <p:nvSpPr>
          <p:cNvPr id="22" name="Text 11">
            <a:extLst>
              <a:ext uri="{FF2B5EF4-FFF2-40B4-BE49-F238E27FC236}">
                <a16:creationId xmlns:a16="http://schemas.microsoft.com/office/drawing/2014/main" id="{BF8972D6-B79E-3D4B-8A51-4A6C7B4703CB}"/>
              </a:ext>
            </a:extLst>
          </p:cNvPr>
          <p:cNvSpPr/>
          <p:nvPr/>
        </p:nvSpPr>
        <p:spPr>
          <a:xfrm>
            <a:off x="4455160" y="4028440"/>
            <a:ext cx="5486400" cy="365760"/>
          </a:xfrm>
          <a:prstGeom prst="rect">
            <a:avLst/>
          </a:prstGeom>
          <a:noFill/>
          <a:ln/>
        </p:spPr>
        <p:txBody>
          <a:bodyPr wrap="square" rtlCol="0" anchor="ctr"/>
          <a:lstStyle/>
          <a:p>
            <a:pPr marL="0" indent="0">
              <a:buNone/>
            </a:pPr>
            <a:r>
              <a:rPr lang="en-US" sz="1600" b="1" dirty="0">
                <a:solidFill>
                  <a:srgbClr val="FF9900"/>
                </a:solidFill>
                <a:latin typeface="Calibri" pitchFamily="34" charset="0"/>
                <a:ea typeface="Calibri" pitchFamily="34" charset="-122"/>
                <a:cs typeface="Calibri" pitchFamily="34" charset="-120"/>
              </a:rPr>
              <a:t>Noise points</a:t>
            </a:r>
            <a:endParaRPr lang="en-US" sz="1600" dirty="0"/>
          </a:p>
        </p:txBody>
      </p:sp>
      <p:sp>
        <p:nvSpPr>
          <p:cNvPr id="28" name="Text 4">
            <a:extLst>
              <a:ext uri="{FF2B5EF4-FFF2-40B4-BE49-F238E27FC236}">
                <a16:creationId xmlns:a16="http://schemas.microsoft.com/office/drawing/2014/main" id="{1375B13A-69BD-F3FA-B45D-27BB45A13E0C}"/>
              </a:ext>
            </a:extLst>
          </p:cNvPr>
          <p:cNvSpPr/>
          <p:nvPr/>
        </p:nvSpPr>
        <p:spPr>
          <a:xfrm>
            <a:off x="4500880" y="4318000"/>
            <a:ext cx="2743200" cy="502920"/>
          </a:xfrm>
          <a:prstGeom prst="rect">
            <a:avLst/>
          </a:prstGeom>
          <a:noFill/>
          <a:ln/>
        </p:spPr>
        <p:txBody>
          <a:bodyPr wrap="square" rtlCol="0" anchor="ctr"/>
          <a:lstStyle/>
          <a:p>
            <a:r>
              <a:rPr lang="en-IN" sz="2400" b="1" dirty="0">
                <a:ln w="6600">
                  <a:solidFill>
                    <a:schemeClr val="accent2"/>
                  </a:solidFill>
                  <a:prstDash val="solid"/>
                </a:ln>
                <a:solidFill>
                  <a:srgbClr val="FFFFFF"/>
                </a:solidFill>
                <a:effectLst>
                  <a:outerShdw dist="38100" dir="2700000" algn="tl" rotWithShape="0">
                    <a:schemeClr val="accent2"/>
                  </a:outerShdw>
                </a:effectLst>
              </a:rPr>
              <a:t>13081</a:t>
            </a:r>
            <a:endParaRPr lang="en-US" sz="2400" b="1"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3102B"/>
        </a:solidFill>
        <a:effectLst/>
      </p:bgPr>
    </p:bg>
    <p:spTree>
      <p:nvGrpSpPr>
        <p:cNvPr id="1" name="">
          <a:extLst>
            <a:ext uri="{FF2B5EF4-FFF2-40B4-BE49-F238E27FC236}">
              <a16:creationId xmlns:a16="http://schemas.microsoft.com/office/drawing/2014/main" id="{FD6C764D-4420-9FED-49AC-805F3F03730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200C5D-DC70-1575-77EB-FD7660E5462A}"/>
              </a:ext>
            </a:extLst>
          </p:cNvPr>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3FE0D0"/>
                </a:solidFill>
                <a:latin typeface="Calibri" pitchFamily="34" charset="0"/>
                <a:ea typeface="Calibri" pitchFamily="34" charset="-122"/>
                <a:cs typeface="Calibri" pitchFamily="34" charset="-120"/>
              </a:rPr>
              <a:t>ALGORITHM 2</a:t>
            </a:r>
            <a:endParaRPr lang="en-US" sz="1200" dirty="0"/>
          </a:p>
        </p:txBody>
      </p:sp>
      <p:sp>
        <p:nvSpPr>
          <p:cNvPr id="3" name="Text 1">
            <a:extLst>
              <a:ext uri="{FF2B5EF4-FFF2-40B4-BE49-F238E27FC236}">
                <a16:creationId xmlns:a16="http://schemas.microsoft.com/office/drawing/2014/main" id="{7032F45B-F4E2-DD21-6061-D43CC621DE40}"/>
              </a:ext>
            </a:extLst>
          </p:cNvPr>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DBSCAN Clustering</a:t>
            </a:r>
            <a:endParaRPr lang="en-US" sz="3200" dirty="0"/>
          </a:p>
        </p:txBody>
      </p:sp>
      <p:sp>
        <p:nvSpPr>
          <p:cNvPr id="4" name="Shape 2">
            <a:extLst>
              <a:ext uri="{FF2B5EF4-FFF2-40B4-BE49-F238E27FC236}">
                <a16:creationId xmlns:a16="http://schemas.microsoft.com/office/drawing/2014/main" id="{0B42008E-03E0-3B2E-5EA9-EED7281E15A2}"/>
              </a:ext>
            </a:extLst>
          </p:cNvPr>
          <p:cNvSpPr/>
          <p:nvPr/>
        </p:nvSpPr>
        <p:spPr>
          <a:xfrm>
            <a:off x="548640" y="1737360"/>
            <a:ext cx="3291840" cy="4023360"/>
          </a:xfrm>
          <a:prstGeom prst="roundRect">
            <a:avLst>
              <a:gd name="adj" fmla="val 3333"/>
            </a:avLst>
          </a:prstGeom>
          <a:solidFill>
            <a:srgbClr val="231C4F"/>
          </a:solidFill>
          <a:ln/>
        </p:spPr>
        <p:txBody>
          <a:bodyPr/>
          <a:lstStyle/>
          <a:p>
            <a:endParaRPr lang="en-IN"/>
          </a:p>
        </p:txBody>
      </p:sp>
      <p:sp>
        <p:nvSpPr>
          <p:cNvPr id="5" name="Text 3">
            <a:extLst>
              <a:ext uri="{FF2B5EF4-FFF2-40B4-BE49-F238E27FC236}">
                <a16:creationId xmlns:a16="http://schemas.microsoft.com/office/drawing/2014/main" id="{8AE4E0BD-0BB8-2823-7018-AF4C77CE75F9}"/>
              </a:ext>
            </a:extLst>
          </p:cNvPr>
          <p:cNvSpPr/>
          <p:nvPr/>
        </p:nvSpPr>
        <p:spPr>
          <a:xfrm>
            <a:off x="822960" y="1965960"/>
            <a:ext cx="2743200" cy="320040"/>
          </a:xfrm>
          <a:prstGeom prst="rect">
            <a:avLst/>
          </a:prstGeom>
          <a:noFill/>
          <a:ln/>
        </p:spPr>
        <p:txBody>
          <a:bodyPr wrap="square" rtlCol="0" anchor="ctr"/>
          <a:lstStyle/>
          <a:p>
            <a:pPr marL="0" indent="0">
              <a:buNone/>
            </a:pPr>
            <a:r>
              <a:rPr lang="en-US" sz="1200" b="1" kern="0" spc="200" dirty="0">
                <a:solidFill>
                  <a:srgbClr val="3FE0D0"/>
                </a:solidFill>
                <a:latin typeface="Calibri" pitchFamily="34" charset="0"/>
                <a:ea typeface="Calibri" pitchFamily="34" charset="-122"/>
                <a:cs typeface="Calibri" pitchFamily="34" charset="-120"/>
              </a:rPr>
              <a:t>CLUSTERS</a:t>
            </a:r>
            <a:endParaRPr lang="en-US" sz="1200" dirty="0"/>
          </a:p>
        </p:txBody>
      </p:sp>
      <p:sp>
        <p:nvSpPr>
          <p:cNvPr id="6" name="Text 4">
            <a:extLst>
              <a:ext uri="{FF2B5EF4-FFF2-40B4-BE49-F238E27FC236}">
                <a16:creationId xmlns:a16="http://schemas.microsoft.com/office/drawing/2014/main" id="{B851131E-EBF4-1E41-5FC2-4F80D1B00E8F}"/>
              </a:ext>
            </a:extLst>
          </p:cNvPr>
          <p:cNvSpPr/>
          <p:nvPr/>
        </p:nvSpPr>
        <p:spPr>
          <a:xfrm>
            <a:off x="822960" y="2377440"/>
            <a:ext cx="27432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rPr>
              <a:t>22</a:t>
            </a:r>
            <a:endParaRPr lang="en-US" sz="2400" dirty="0"/>
          </a:p>
        </p:txBody>
      </p:sp>
      <p:sp>
        <p:nvSpPr>
          <p:cNvPr id="8" name="Text 6">
            <a:extLst>
              <a:ext uri="{FF2B5EF4-FFF2-40B4-BE49-F238E27FC236}">
                <a16:creationId xmlns:a16="http://schemas.microsoft.com/office/drawing/2014/main" id="{4D534392-0D14-D801-8AD8-F4348D4AF517}"/>
              </a:ext>
            </a:extLst>
          </p:cNvPr>
          <p:cNvSpPr/>
          <p:nvPr/>
        </p:nvSpPr>
        <p:spPr>
          <a:xfrm>
            <a:off x="822960" y="3337560"/>
            <a:ext cx="27432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Noise = 13081</a:t>
            </a:r>
            <a:endParaRPr lang="en-US" sz="2400" dirty="0"/>
          </a:p>
        </p:txBody>
      </p:sp>
      <p:sp>
        <p:nvSpPr>
          <p:cNvPr id="10" name="Shape 8">
            <a:extLst>
              <a:ext uri="{FF2B5EF4-FFF2-40B4-BE49-F238E27FC236}">
                <a16:creationId xmlns:a16="http://schemas.microsoft.com/office/drawing/2014/main" id="{4DA7E303-2B5A-C01B-7050-D4C82F84C660}"/>
              </a:ext>
            </a:extLst>
          </p:cNvPr>
          <p:cNvSpPr/>
          <p:nvPr/>
        </p:nvSpPr>
        <p:spPr>
          <a:xfrm>
            <a:off x="822960" y="4434840"/>
            <a:ext cx="2743200" cy="0"/>
          </a:xfrm>
          <a:prstGeom prst="line">
            <a:avLst/>
          </a:prstGeom>
          <a:noFill/>
          <a:ln w="12700">
            <a:solidFill>
              <a:srgbClr val="2C2560"/>
            </a:solidFill>
            <a:prstDash val="solid"/>
          </a:ln>
        </p:spPr>
        <p:txBody>
          <a:bodyPr/>
          <a:lstStyle/>
          <a:p>
            <a:endParaRPr lang="en-IN"/>
          </a:p>
        </p:txBody>
      </p:sp>
      <p:sp>
        <p:nvSpPr>
          <p:cNvPr id="12" name="Shape 10">
            <a:extLst>
              <a:ext uri="{FF2B5EF4-FFF2-40B4-BE49-F238E27FC236}">
                <a16:creationId xmlns:a16="http://schemas.microsoft.com/office/drawing/2014/main" id="{E88246D7-1FA8-9A54-DB56-B48C7FC7E310}"/>
              </a:ext>
            </a:extLst>
          </p:cNvPr>
          <p:cNvSpPr/>
          <p:nvPr/>
        </p:nvSpPr>
        <p:spPr>
          <a:xfrm>
            <a:off x="4114800" y="1737360"/>
            <a:ext cx="6583680" cy="1828800"/>
          </a:xfrm>
          <a:prstGeom prst="roundRect">
            <a:avLst>
              <a:gd name="adj" fmla="val 6000"/>
            </a:avLst>
          </a:prstGeom>
          <a:solidFill>
            <a:srgbClr val="2C2560"/>
          </a:solidFill>
          <a:ln/>
        </p:spPr>
        <p:txBody>
          <a:bodyPr/>
          <a:lstStyle/>
          <a:p>
            <a:endParaRPr lang="en-IN"/>
          </a:p>
        </p:txBody>
      </p:sp>
      <p:sp>
        <p:nvSpPr>
          <p:cNvPr id="13" name="Text 11">
            <a:extLst>
              <a:ext uri="{FF2B5EF4-FFF2-40B4-BE49-F238E27FC236}">
                <a16:creationId xmlns:a16="http://schemas.microsoft.com/office/drawing/2014/main" id="{997B77DA-01C1-BAB7-D0F4-5EF12A826676}"/>
              </a:ext>
            </a:extLst>
          </p:cNvPr>
          <p:cNvSpPr/>
          <p:nvPr/>
        </p:nvSpPr>
        <p:spPr>
          <a:xfrm>
            <a:off x="4434840" y="1965960"/>
            <a:ext cx="5486400" cy="365760"/>
          </a:xfrm>
          <a:prstGeom prst="rect">
            <a:avLst/>
          </a:prstGeom>
          <a:noFill/>
          <a:ln/>
        </p:spPr>
        <p:txBody>
          <a:bodyPr wrap="square" rtlCol="0" anchor="ctr"/>
          <a:lstStyle/>
          <a:p>
            <a:pPr marL="0" indent="0">
              <a:buNone/>
            </a:pPr>
            <a:r>
              <a:rPr lang="en-US" sz="1600" b="1" dirty="0">
                <a:solidFill>
                  <a:srgbClr val="FF9900"/>
                </a:solidFill>
                <a:latin typeface="Calibri" pitchFamily="34" charset="0"/>
                <a:ea typeface="Calibri" pitchFamily="34" charset="-122"/>
                <a:cs typeface="Calibri" pitchFamily="34" charset="-120"/>
              </a:rPr>
              <a:t>Outcome</a:t>
            </a:r>
            <a:endParaRPr lang="en-US" sz="1600" dirty="0"/>
          </a:p>
        </p:txBody>
      </p:sp>
      <p:sp>
        <p:nvSpPr>
          <p:cNvPr id="14" name="Text 12">
            <a:extLst>
              <a:ext uri="{FF2B5EF4-FFF2-40B4-BE49-F238E27FC236}">
                <a16:creationId xmlns:a16="http://schemas.microsoft.com/office/drawing/2014/main" id="{DBA3CA35-4C19-53D0-BB11-838A6A766274}"/>
              </a:ext>
            </a:extLst>
          </p:cNvPr>
          <p:cNvSpPr/>
          <p:nvPr/>
        </p:nvSpPr>
        <p:spPr>
          <a:xfrm>
            <a:off x="4434840" y="2377440"/>
            <a:ext cx="5943600" cy="1097280"/>
          </a:xfrm>
          <a:prstGeom prst="rect">
            <a:avLst/>
          </a:prstGeom>
          <a:noFill/>
          <a:ln/>
        </p:spPr>
        <p:txBody>
          <a:bodyPr wrap="square" rtlCol="0" anchor="ctr"/>
          <a:lstStyle/>
          <a:p>
            <a:pPr marL="0" indent="0">
              <a:lnSpc>
                <a:spcPct val="125000"/>
              </a:lnSpc>
              <a:buNone/>
            </a:pPr>
            <a:r>
              <a:rPr lang="en-US" sz="1400" dirty="0">
                <a:solidFill>
                  <a:srgbClr val="E7E4F5"/>
                </a:solidFill>
                <a:latin typeface="Calibri" pitchFamily="34" charset="0"/>
                <a:ea typeface="Calibri" pitchFamily="34" charset="-122"/>
                <a:cs typeface="Calibri" pitchFamily="34" charset="-120"/>
              </a:rPr>
              <a:t>Detected one large dominant cluster, with the remaining points classified as noise — little meaningful separation across the feature space.</a:t>
            </a:r>
            <a:endParaRPr lang="en-US" sz="1400" dirty="0"/>
          </a:p>
        </p:txBody>
      </p:sp>
      <p:sp>
        <p:nvSpPr>
          <p:cNvPr id="15" name="Shape 13">
            <a:extLst>
              <a:ext uri="{FF2B5EF4-FFF2-40B4-BE49-F238E27FC236}">
                <a16:creationId xmlns:a16="http://schemas.microsoft.com/office/drawing/2014/main" id="{13368A45-C270-7A7E-2896-FE3950D20C04}"/>
              </a:ext>
            </a:extLst>
          </p:cNvPr>
          <p:cNvSpPr/>
          <p:nvPr/>
        </p:nvSpPr>
        <p:spPr>
          <a:xfrm>
            <a:off x="4114800" y="3749040"/>
            <a:ext cx="6583680" cy="2011680"/>
          </a:xfrm>
          <a:prstGeom prst="roundRect">
            <a:avLst>
              <a:gd name="adj" fmla="val 5455"/>
            </a:avLst>
          </a:prstGeom>
          <a:solidFill>
            <a:srgbClr val="FF9900"/>
          </a:solidFill>
          <a:ln/>
        </p:spPr>
        <p:txBody>
          <a:bodyPr/>
          <a:lstStyle/>
          <a:p>
            <a:endParaRPr lang="en-IN"/>
          </a:p>
        </p:txBody>
      </p:sp>
      <p:sp>
        <p:nvSpPr>
          <p:cNvPr id="16" name="Text 14">
            <a:extLst>
              <a:ext uri="{FF2B5EF4-FFF2-40B4-BE49-F238E27FC236}">
                <a16:creationId xmlns:a16="http://schemas.microsoft.com/office/drawing/2014/main" id="{ED6436D9-B12A-EF7D-B626-C28A5FA78613}"/>
              </a:ext>
            </a:extLst>
          </p:cNvPr>
          <p:cNvSpPr/>
          <p:nvPr/>
        </p:nvSpPr>
        <p:spPr>
          <a:xfrm>
            <a:off x="4434840" y="3977640"/>
            <a:ext cx="5486400" cy="365760"/>
          </a:xfrm>
          <a:prstGeom prst="rect">
            <a:avLst/>
          </a:prstGeom>
          <a:noFill/>
          <a:ln/>
        </p:spPr>
        <p:txBody>
          <a:bodyPr wrap="square" rtlCol="0" anchor="ctr"/>
          <a:lstStyle/>
          <a:p>
            <a:pPr marL="0" indent="0">
              <a:buNone/>
            </a:pPr>
            <a:r>
              <a:rPr lang="en-US" sz="1600" b="1" dirty="0">
                <a:solidFill>
                  <a:srgbClr val="13102B"/>
                </a:solidFill>
                <a:latin typeface="Calibri" pitchFamily="34" charset="0"/>
                <a:ea typeface="Calibri" pitchFamily="34" charset="-122"/>
                <a:cs typeface="Calibri" pitchFamily="34" charset="-120"/>
              </a:rPr>
              <a:t>Verdict</a:t>
            </a:r>
            <a:endParaRPr lang="en-US" sz="1600" dirty="0"/>
          </a:p>
        </p:txBody>
      </p:sp>
      <p:sp>
        <p:nvSpPr>
          <p:cNvPr id="17" name="Text 15">
            <a:extLst>
              <a:ext uri="{FF2B5EF4-FFF2-40B4-BE49-F238E27FC236}">
                <a16:creationId xmlns:a16="http://schemas.microsoft.com/office/drawing/2014/main" id="{8CDC69F9-9C95-B19E-97E7-B18149AC6AC3}"/>
              </a:ext>
            </a:extLst>
          </p:cNvPr>
          <p:cNvSpPr/>
          <p:nvPr/>
        </p:nvSpPr>
        <p:spPr>
          <a:xfrm>
            <a:off x="4434840" y="4389120"/>
            <a:ext cx="5943600" cy="1188720"/>
          </a:xfrm>
          <a:prstGeom prst="rect">
            <a:avLst/>
          </a:prstGeom>
          <a:noFill/>
          <a:ln/>
        </p:spPr>
        <p:txBody>
          <a:bodyPr wrap="square" rtlCol="0" anchor="ctr"/>
          <a:lstStyle/>
          <a:p>
            <a:pPr marL="0" indent="0">
              <a:lnSpc>
                <a:spcPct val="125000"/>
              </a:lnSpc>
              <a:buNone/>
            </a:pPr>
            <a:r>
              <a:rPr lang="en-US" sz="1500" b="1" dirty="0">
                <a:solidFill>
                  <a:srgbClr val="3A2400"/>
                </a:solidFill>
                <a:latin typeface="Calibri" pitchFamily="34" charset="0"/>
                <a:ea typeface="Calibri" pitchFamily="34" charset="-122"/>
                <a:cs typeface="Calibri" pitchFamily="34" charset="-120"/>
              </a:rPr>
              <a:t>K-Means performed better — it produced clearer, more balanced, and more interpretable clusters for this dataset.</a:t>
            </a:r>
            <a:endParaRPr lang="en-US" sz="1500" dirty="0"/>
          </a:p>
        </p:txBody>
      </p:sp>
      <p:sp>
        <p:nvSpPr>
          <p:cNvPr id="18" name="Text 16">
            <a:extLst>
              <a:ext uri="{FF2B5EF4-FFF2-40B4-BE49-F238E27FC236}">
                <a16:creationId xmlns:a16="http://schemas.microsoft.com/office/drawing/2014/main" id="{688E6311-EDC4-FAA8-CAF8-358A2BB54717}"/>
              </a:ext>
            </a:extLst>
          </p:cNvPr>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09</a:t>
            </a:r>
            <a:endParaRPr lang="en-US" sz="1000" dirty="0"/>
          </a:p>
        </p:txBody>
      </p:sp>
      <p:sp>
        <p:nvSpPr>
          <p:cNvPr id="20" name="Text 6">
            <a:extLst>
              <a:ext uri="{FF2B5EF4-FFF2-40B4-BE49-F238E27FC236}">
                <a16:creationId xmlns:a16="http://schemas.microsoft.com/office/drawing/2014/main" id="{4B6FD7C6-072B-8E91-CB4B-ECD5A9D631BB}"/>
              </a:ext>
            </a:extLst>
          </p:cNvPr>
          <p:cNvSpPr/>
          <p:nvPr/>
        </p:nvSpPr>
        <p:spPr>
          <a:xfrm>
            <a:off x="843280" y="4282440"/>
            <a:ext cx="2743200" cy="7975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 Cluster: </a:t>
            </a:r>
          </a:p>
          <a:p>
            <a:pPr marL="0" indent="0">
              <a:buNone/>
            </a:pPr>
            <a:r>
              <a:rPr lang="en-US" sz="2400" b="1" dirty="0">
                <a:solidFill>
                  <a:srgbClr val="FFFFFF"/>
                </a:solidFill>
                <a:latin typeface="Cambria" pitchFamily="34" charset="0"/>
                <a:ea typeface="Cambria" pitchFamily="34" charset="-122"/>
                <a:cs typeface="Cambria" pitchFamily="34" charset="-120"/>
              </a:rPr>
              <a:t>82519</a:t>
            </a:r>
            <a:endParaRPr lang="en-US" sz="2400" dirty="0"/>
          </a:p>
        </p:txBody>
      </p:sp>
    </p:spTree>
    <p:extLst>
      <p:ext uri="{BB962C8B-B14F-4D97-AF65-F5344CB8AC3E}">
        <p14:creationId xmlns:p14="http://schemas.microsoft.com/office/powerpoint/2010/main" val="4287305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13102B"/>
                </a:solidFill>
                <a:latin typeface="Cambria" pitchFamily="34" charset="0"/>
                <a:ea typeface="Cambria" pitchFamily="34" charset="-122"/>
                <a:cs typeface="Cambria" pitchFamily="34" charset="-120"/>
              </a:rPr>
              <a:t>K-Means vs. DBSCAN</a:t>
            </a:r>
            <a:endParaRPr lang="en-US" sz="3200" dirty="0"/>
          </a:p>
        </p:txBody>
      </p:sp>
      <p:sp>
        <p:nvSpPr>
          <p:cNvPr id="4" name="Shape 2"/>
          <p:cNvSpPr/>
          <p:nvPr/>
        </p:nvSpPr>
        <p:spPr>
          <a:xfrm>
            <a:off x="548640" y="1737360"/>
            <a:ext cx="5212080" cy="4297680"/>
          </a:xfrm>
          <a:prstGeom prst="roundRect">
            <a:avLst>
              <a:gd name="adj" fmla="val 2553"/>
            </a:avLst>
          </a:prstGeom>
          <a:solidFill>
            <a:srgbClr val="13102B"/>
          </a:solidFill>
          <a:ln/>
        </p:spPr>
        <p:txBody>
          <a:bodyPr/>
          <a:lstStyle/>
          <a:p>
            <a:endParaRPr lang="en-IN"/>
          </a:p>
        </p:txBody>
      </p:sp>
      <p:sp>
        <p:nvSpPr>
          <p:cNvPr id="5" name="Text 3"/>
          <p:cNvSpPr/>
          <p:nvPr/>
        </p:nvSpPr>
        <p:spPr>
          <a:xfrm>
            <a:off x="868680" y="2057400"/>
            <a:ext cx="4572000" cy="365760"/>
          </a:xfrm>
          <a:prstGeom prst="rect">
            <a:avLst/>
          </a:prstGeom>
          <a:noFill/>
          <a:ln/>
        </p:spPr>
        <p:txBody>
          <a:bodyPr wrap="square" rtlCol="0" anchor="ctr"/>
          <a:lstStyle/>
          <a:p>
            <a:pPr marL="0" indent="0">
              <a:buNone/>
            </a:pPr>
            <a:r>
              <a:rPr lang="en-US" sz="1400" b="1" kern="0" spc="200" dirty="0">
                <a:solidFill>
                  <a:srgbClr val="3FE0D0"/>
                </a:solidFill>
                <a:latin typeface="Calibri" pitchFamily="34" charset="0"/>
                <a:ea typeface="Calibri" pitchFamily="34" charset="-122"/>
                <a:cs typeface="Calibri" pitchFamily="34" charset="-120"/>
              </a:rPr>
              <a:t>K-MEANS</a:t>
            </a:r>
            <a:endParaRPr lang="en-US" sz="1400" dirty="0"/>
          </a:p>
        </p:txBody>
      </p:sp>
      <p:sp>
        <p:nvSpPr>
          <p:cNvPr id="6" name="Shape 4"/>
          <p:cNvSpPr/>
          <p:nvPr/>
        </p:nvSpPr>
        <p:spPr>
          <a:xfrm>
            <a:off x="868680" y="2651760"/>
            <a:ext cx="320040" cy="320040"/>
          </a:xfrm>
          <a:prstGeom prst="ellipse">
            <a:avLst/>
          </a:prstGeom>
          <a:solidFill>
            <a:srgbClr val="3FE0D0"/>
          </a:solidFill>
          <a:ln/>
        </p:spPr>
        <p:txBody>
          <a:bodyPr/>
          <a:lstStyle/>
          <a:p>
            <a:endParaRPr lang="en-IN"/>
          </a:p>
        </p:txBody>
      </p:sp>
      <p:sp>
        <p:nvSpPr>
          <p:cNvPr id="7" name="Text 5"/>
          <p:cNvSpPr/>
          <p:nvPr/>
        </p:nvSpPr>
        <p:spPr>
          <a:xfrm>
            <a:off x="868680" y="2651760"/>
            <a:ext cx="320040" cy="320040"/>
          </a:xfrm>
          <a:prstGeom prst="rect">
            <a:avLst/>
          </a:prstGeom>
          <a:noFill/>
          <a:ln/>
        </p:spPr>
        <p:txBody>
          <a:bodyPr wrap="square" rtlCol="0" anchor="ctr"/>
          <a:lstStyle/>
          <a:p>
            <a:pPr marL="0" indent="0" algn="ctr">
              <a:buNone/>
            </a:pPr>
            <a:r>
              <a:rPr lang="en-US" sz="1400" b="1" dirty="0">
                <a:solidFill>
                  <a:srgbClr val="13102B"/>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325880" y="2606040"/>
            <a:ext cx="34747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Balanced clusters</a:t>
            </a:r>
            <a:endParaRPr lang="en-US" sz="1500" dirty="0"/>
          </a:p>
        </p:txBody>
      </p:sp>
      <p:sp>
        <p:nvSpPr>
          <p:cNvPr id="9" name="Text 7"/>
          <p:cNvSpPr/>
          <p:nvPr/>
        </p:nvSpPr>
        <p:spPr>
          <a:xfrm>
            <a:off x="1325880" y="2971800"/>
            <a:ext cx="3474720" cy="457200"/>
          </a:xfrm>
          <a:prstGeom prst="rect">
            <a:avLst/>
          </a:prstGeom>
          <a:noFill/>
          <a:ln/>
        </p:spPr>
        <p:txBody>
          <a:bodyPr wrap="square" rtlCol="0" anchor="ctr"/>
          <a:lstStyle/>
          <a:p>
            <a:pPr marL="0" indent="0">
              <a:buNone/>
            </a:pPr>
            <a:r>
              <a:rPr lang="en-US" sz="1150" dirty="0">
                <a:solidFill>
                  <a:srgbClr val="A79FD1"/>
                </a:solidFill>
                <a:latin typeface="Calibri" pitchFamily="34" charset="0"/>
                <a:ea typeface="Calibri" pitchFamily="34" charset="-122"/>
                <a:cs typeface="Calibri" pitchFamily="34" charset="-120"/>
              </a:rPr>
              <a:t>Even, well-proportioned groupings</a:t>
            </a:r>
            <a:endParaRPr lang="en-US" sz="1150" dirty="0"/>
          </a:p>
        </p:txBody>
      </p:sp>
      <p:sp>
        <p:nvSpPr>
          <p:cNvPr id="10" name="Shape 8"/>
          <p:cNvSpPr/>
          <p:nvPr/>
        </p:nvSpPr>
        <p:spPr>
          <a:xfrm>
            <a:off x="868680" y="3703320"/>
            <a:ext cx="320040" cy="320040"/>
          </a:xfrm>
          <a:prstGeom prst="ellipse">
            <a:avLst/>
          </a:prstGeom>
          <a:solidFill>
            <a:srgbClr val="3FE0D0"/>
          </a:solidFill>
          <a:ln/>
        </p:spPr>
        <p:txBody>
          <a:bodyPr/>
          <a:lstStyle/>
          <a:p>
            <a:endParaRPr lang="en-IN"/>
          </a:p>
        </p:txBody>
      </p:sp>
      <p:sp>
        <p:nvSpPr>
          <p:cNvPr id="11" name="Text 9"/>
          <p:cNvSpPr/>
          <p:nvPr/>
        </p:nvSpPr>
        <p:spPr>
          <a:xfrm>
            <a:off x="868680" y="3703320"/>
            <a:ext cx="320040" cy="320040"/>
          </a:xfrm>
          <a:prstGeom prst="rect">
            <a:avLst/>
          </a:prstGeom>
          <a:noFill/>
          <a:ln/>
        </p:spPr>
        <p:txBody>
          <a:bodyPr wrap="square" rtlCol="0" anchor="ctr"/>
          <a:lstStyle/>
          <a:p>
            <a:pPr marL="0" indent="0" algn="ctr">
              <a:buNone/>
            </a:pPr>
            <a:r>
              <a:rPr lang="en-US" sz="1400" b="1" dirty="0">
                <a:solidFill>
                  <a:srgbClr val="13102B"/>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325880" y="3657600"/>
            <a:ext cx="34747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Interpretable</a:t>
            </a:r>
            <a:endParaRPr lang="en-US" sz="1500" dirty="0"/>
          </a:p>
        </p:txBody>
      </p:sp>
      <p:sp>
        <p:nvSpPr>
          <p:cNvPr id="13" name="Text 11"/>
          <p:cNvSpPr/>
          <p:nvPr/>
        </p:nvSpPr>
        <p:spPr>
          <a:xfrm>
            <a:off x="1325880" y="4023360"/>
            <a:ext cx="3474720" cy="457200"/>
          </a:xfrm>
          <a:prstGeom prst="rect">
            <a:avLst/>
          </a:prstGeom>
          <a:noFill/>
          <a:ln/>
        </p:spPr>
        <p:txBody>
          <a:bodyPr wrap="square" rtlCol="0" anchor="ctr"/>
          <a:lstStyle/>
          <a:p>
            <a:pPr marL="0" indent="0">
              <a:buNone/>
            </a:pPr>
            <a:r>
              <a:rPr lang="en-US" sz="1150" dirty="0">
                <a:solidFill>
                  <a:srgbClr val="A79FD1"/>
                </a:solidFill>
                <a:latin typeface="Calibri" pitchFamily="34" charset="0"/>
                <a:ea typeface="Calibri" pitchFamily="34" charset="-122"/>
                <a:cs typeface="Calibri" pitchFamily="34" charset="-120"/>
              </a:rPr>
              <a:t>Clear, explainable segment boundaries</a:t>
            </a:r>
            <a:endParaRPr lang="en-US" sz="1150" dirty="0"/>
          </a:p>
        </p:txBody>
      </p:sp>
      <p:sp>
        <p:nvSpPr>
          <p:cNvPr id="14" name="Shape 12"/>
          <p:cNvSpPr/>
          <p:nvPr/>
        </p:nvSpPr>
        <p:spPr>
          <a:xfrm>
            <a:off x="868680" y="4754880"/>
            <a:ext cx="320040" cy="320040"/>
          </a:xfrm>
          <a:prstGeom prst="ellipse">
            <a:avLst/>
          </a:prstGeom>
          <a:solidFill>
            <a:srgbClr val="3FE0D0"/>
          </a:solidFill>
          <a:ln/>
        </p:spPr>
        <p:txBody>
          <a:bodyPr/>
          <a:lstStyle/>
          <a:p>
            <a:endParaRPr lang="en-IN"/>
          </a:p>
        </p:txBody>
      </p:sp>
      <p:sp>
        <p:nvSpPr>
          <p:cNvPr id="15" name="Text 13"/>
          <p:cNvSpPr/>
          <p:nvPr/>
        </p:nvSpPr>
        <p:spPr>
          <a:xfrm>
            <a:off x="868680" y="4754880"/>
            <a:ext cx="320040" cy="320040"/>
          </a:xfrm>
          <a:prstGeom prst="rect">
            <a:avLst/>
          </a:prstGeom>
          <a:noFill/>
          <a:ln/>
        </p:spPr>
        <p:txBody>
          <a:bodyPr wrap="square" rtlCol="0" anchor="ctr"/>
          <a:lstStyle/>
          <a:p>
            <a:pPr marL="0" indent="0" algn="ctr">
              <a:buNone/>
            </a:pPr>
            <a:r>
              <a:rPr lang="en-US" sz="1400" b="1" dirty="0">
                <a:solidFill>
                  <a:srgbClr val="13102B"/>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325880" y="4709160"/>
            <a:ext cx="34747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Winner</a:t>
            </a:r>
            <a:endParaRPr lang="en-US" sz="1500" dirty="0"/>
          </a:p>
        </p:txBody>
      </p:sp>
      <p:sp>
        <p:nvSpPr>
          <p:cNvPr id="17" name="Text 15"/>
          <p:cNvSpPr/>
          <p:nvPr/>
        </p:nvSpPr>
        <p:spPr>
          <a:xfrm>
            <a:off x="1325880" y="5074920"/>
            <a:ext cx="3474720" cy="457200"/>
          </a:xfrm>
          <a:prstGeom prst="rect">
            <a:avLst/>
          </a:prstGeom>
          <a:noFill/>
          <a:ln/>
        </p:spPr>
        <p:txBody>
          <a:bodyPr wrap="square" rtlCol="0" anchor="ctr"/>
          <a:lstStyle/>
          <a:p>
            <a:pPr marL="0" indent="0">
              <a:buNone/>
            </a:pPr>
            <a:r>
              <a:rPr lang="en-US" sz="1150" dirty="0">
                <a:solidFill>
                  <a:srgbClr val="A79FD1"/>
                </a:solidFill>
                <a:latin typeface="Calibri" pitchFamily="34" charset="0"/>
                <a:ea typeface="Calibri" pitchFamily="34" charset="-122"/>
                <a:cs typeface="Calibri" pitchFamily="34" charset="-120"/>
              </a:rPr>
              <a:t>Selected as the final approach</a:t>
            </a:r>
            <a:endParaRPr lang="en-US" sz="1150" dirty="0"/>
          </a:p>
        </p:txBody>
      </p:sp>
      <p:sp>
        <p:nvSpPr>
          <p:cNvPr id="18" name="Shape 16"/>
          <p:cNvSpPr/>
          <p:nvPr/>
        </p:nvSpPr>
        <p:spPr>
          <a:xfrm>
            <a:off x="6309360" y="1737360"/>
            <a:ext cx="5212080" cy="4297680"/>
          </a:xfrm>
          <a:prstGeom prst="roundRect">
            <a:avLst>
              <a:gd name="adj" fmla="val 2553"/>
            </a:avLst>
          </a:prstGeom>
          <a:solidFill>
            <a:srgbClr val="F2F0FA"/>
          </a:solidFill>
          <a:ln/>
        </p:spPr>
        <p:txBody>
          <a:bodyPr/>
          <a:lstStyle/>
          <a:p>
            <a:endParaRPr lang="en-IN"/>
          </a:p>
        </p:txBody>
      </p:sp>
      <p:sp>
        <p:nvSpPr>
          <p:cNvPr id="19" name="Text 17"/>
          <p:cNvSpPr/>
          <p:nvPr/>
        </p:nvSpPr>
        <p:spPr>
          <a:xfrm>
            <a:off x="6629400" y="2057400"/>
            <a:ext cx="4572000" cy="365760"/>
          </a:xfrm>
          <a:prstGeom prst="rect">
            <a:avLst/>
          </a:prstGeom>
          <a:noFill/>
          <a:ln/>
        </p:spPr>
        <p:txBody>
          <a:bodyPr wrap="square" rtlCol="0" anchor="ctr"/>
          <a:lstStyle/>
          <a:p>
            <a:pPr marL="0" indent="0">
              <a:buNone/>
            </a:pPr>
            <a:r>
              <a:rPr lang="en-US" sz="1400" b="1" kern="0" spc="200" dirty="0">
                <a:solidFill>
                  <a:srgbClr val="6E5AE0"/>
                </a:solidFill>
                <a:latin typeface="Calibri" pitchFamily="34" charset="0"/>
                <a:ea typeface="Calibri" pitchFamily="34" charset="-122"/>
                <a:cs typeface="Calibri" pitchFamily="34" charset="-120"/>
              </a:rPr>
              <a:t>DBSCAN</a:t>
            </a:r>
            <a:endParaRPr lang="en-US" sz="1400" dirty="0"/>
          </a:p>
        </p:txBody>
      </p:sp>
      <p:sp>
        <p:nvSpPr>
          <p:cNvPr id="20" name="Shape 18"/>
          <p:cNvSpPr/>
          <p:nvPr/>
        </p:nvSpPr>
        <p:spPr>
          <a:xfrm>
            <a:off x="6629400" y="2651760"/>
            <a:ext cx="320040" cy="320040"/>
          </a:xfrm>
          <a:prstGeom prst="ellipse">
            <a:avLst/>
          </a:prstGeom>
          <a:solidFill>
            <a:srgbClr val="6E5AE0"/>
          </a:solidFill>
          <a:ln/>
        </p:spPr>
        <p:txBody>
          <a:bodyPr/>
          <a:lstStyle/>
          <a:p>
            <a:endParaRPr lang="en-IN"/>
          </a:p>
        </p:txBody>
      </p:sp>
      <p:sp>
        <p:nvSpPr>
          <p:cNvPr id="21" name="Text 19"/>
          <p:cNvSpPr/>
          <p:nvPr/>
        </p:nvSpPr>
        <p:spPr>
          <a:xfrm>
            <a:off x="6629400" y="2651760"/>
            <a:ext cx="320040" cy="3200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7086600" y="2606040"/>
            <a:ext cx="4114800" cy="365760"/>
          </a:xfrm>
          <a:prstGeom prst="rect">
            <a:avLst/>
          </a:prstGeom>
          <a:noFill/>
          <a:ln/>
        </p:spPr>
        <p:txBody>
          <a:bodyPr wrap="square" rtlCol="0" anchor="ctr"/>
          <a:lstStyle/>
          <a:p>
            <a:pPr marL="0" indent="0">
              <a:buNone/>
            </a:pPr>
            <a:r>
              <a:rPr lang="en-US" sz="1500" b="1" dirty="0">
                <a:solidFill>
                  <a:srgbClr val="13102B"/>
                </a:solidFill>
                <a:latin typeface="Calibri" pitchFamily="34" charset="0"/>
                <a:ea typeface="Calibri" pitchFamily="34" charset="-122"/>
                <a:cs typeface="Calibri" pitchFamily="34" charset="-120"/>
              </a:rPr>
              <a:t>Detects noise</a:t>
            </a:r>
            <a:endParaRPr lang="en-US" sz="1500" dirty="0"/>
          </a:p>
        </p:txBody>
      </p:sp>
      <p:sp>
        <p:nvSpPr>
          <p:cNvPr id="23" name="Text 21"/>
          <p:cNvSpPr/>
          <p:nvPr/>
        </p:nvSpPr>
        <p:spPr>
          <a:xfrm>
            <a:off x="7086600" y="2971800"/>
            <a:ext cx="4114800" cy="457200"/>
          </a:xfrm>
          <a:prstGeom prst="rect">
            <a:avLst/>
          </a:prstGeom>
          <a:noFill/>
          <a:ln/>
        </p:spPr>
        <p:txBody>
          <a:bodyPr wrap="square" rtlCol="0" anchor="ctr"/>
          <a:lstStyle/>
          <a:p>
            <a:pPr marL="0" indent="0">
              <a:buNone/>
            </a:pPr>
            <a:r>
              <a:rPr lang="en-US" sz="1150" dirty="0">
                <a:solidFill>
                  <a:srgbClr val="5A5578"/>
                </a:solidFill>
                <a:latin typeface="Calibri" pitchFamily="34" charset="0"/>
                <a:ea typeface="Calibri" pitchFamily="34" charset="-122"/>
                <a:cs typeface="Calibri" pitchFamily="34" charset="-120"/>
              </a:rPr>
              <a:t>Flags outlier tracks automatically</a:t>
            </a:r>
            <a:endParaRPr lang="en-US" sz="1150" dirty="0"/>
          </a:p>
        </p:txBody>
      </p:sp>
      <p:sp>
        <p:nvSpPr>
          <p:cNvPr id="24" name="Shape 22"/>
          <p:cNvSpPr/>
          <p:nvPr/>
        </p:nvSpPr>
        <p:spPr>
          <a:xfrm>
            <a:off x="6629400" y="3703320"/>
            <a:ext cx="320040" cy="320040"/>
          </a:xfrm>
          <a:prstGeom prst="ellipse">
            <a:avLst/>
          </a:prstGeom>
          <a:solidFill>
            <a:srgbClr val="6E5AE0"/>
          </a:solidFill>
          <a:ln/>
        </p:spPr>
        <p:txBody>
          <a:bodyPr/>
          <a:lstStyle/>
          <a:p>
            <a:endParaRPr lang="en-IN"/>
          </a:p>
        </p:txBody>
      </p:sp>
      <p:sp>
        <p:nvSpPr>
          <p:cNvPr id="25" name="Text 23"/>
          <p:cNvSpPr/>
          <p:nvPr/>
        </p:nvSpPr>
        <p:spPr>
          <a:xfrm>
            <a:off x="6629400" y="3703320"/>
            <a:ext cx="320040" cy="3200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Text 24"/>
          <p:cNvSpPr/>
          <p:nvPr/>
        </p:nvSpPr>
        <p:spPr>
          <a:xfrm>
            <a:off x="7086600" y="3657600"/>
            <a:ext cx="4114800" cy="365760"/>
          </a:xfrm>
          <a:prstGeom prst="rect">
            <a:avLst/>
          </a:prstGeom>
          <a:noFill/>
          <a:ln/>
        </p:spPr>
        <p:txBody>
          <a:bodyPr wrap="square" rtlCol="0" anchor="ctr"/>
          <a:lstStyle/>
          <a:p>
            <a:pPr marL="0" indent="0">
              <a:buNone/>
            </a:pPr>
            <a:r>
              <a:rPr lang="en-US" sz="1500" b="1" dirty="0">
                <a:solidFill>
                  <a:srgbClr val="13102B"/>
                </a:solidFill>
                <a:latin typeface="Calibri" pitchFamily="34" charset="0"/>
                <a:ea typeface="Calibri" pitchFamily="34" charset="-122"/>
                <a:cs typeface="Calibri" pitchFamily="34" charset="-120"/>
              </a:rPr>
              <a:t>Many small clusters</a:t>
            </a:r>
            <a:endParaRPr lang="en-US" sz="1500" dirty="0"/>
          </a:p>
        </p:txBody>
      </p:sp>
      <p:sp>
        <p:nvSpPr>
          <p:cNvPr id="27" name="Text 25"/>
          <p:cNvSpPr/>
          <p:nvPr/>
        </p:nvSpPr>
        <p:spPr>
          <a:xfrm>
            <a:off x="7086600" y="4023360"/>
            <a:ext cx="4114800" cy="457200"/>
          </a:xfrm>
          <a:prstGeom prst="rect">
            <a:avLst/>
          </a:prstGeom>
          <a:noFill/>
          <a:ln/>
        </p:spPr>
        <p:txBody>
          <a:bodyPr wrap="square" rtlCol="0" anchor="ctr"/>
          <a:lstStyle/>
          <a:p>
            <a:pPr marL="0" indent="0">
              <a:buNone/>
            </a:pPr>
            <a:r>
              <a:rPr lang="en-US" sz="1150" dirty="0">
                <a:solidFill>
                  <a:srgbClr val="5A5578"/>
                </a:solidFill>
                <a:latin typeface="Calibri" pitchFamily="34" charset="0"/>
                <a:ea typeface="Calibri" pitchFamily="34" charset="-122"/>
                <a:cs typeface="Calibri" pitchFamily="34" charset="-120"/>
              </a:rPr>
              <a:t>Fragments into uneven groupings</a:t>
            </a:r>
            <a:endParaRPr lang="en-US" sz="1150" dirty="0"/>
          </a:p>
        </p:txBody>
      </p:sp>
      <p:sp>
        <p:nvSpPr>
          <p:cNvPr id="28" name="Shape 26"/>
          <p:cNvSpPr/>
          <p:nvPr/>
        </p:nvSpPr>
        <p:spPr>
          <a:xfrm>
            <a:off x="6629400" y="4754880"/>
            <a:ext cx="320040" cy="320040"/>
          </a:xfrm>
          <a:prstGeom prst="ellipse">
            <a:avLst/>
          </a:prstGeom>
          <a:solidFill>
            <a:srgbClr val="6E5AE0"/>
          </a:solidFill>
          <a:ln/>
        </p:spPr>
        <p:txBody>
          <a:bodyPr/>
          <a:lstStyle/>
          <a:p>
            <a:endParaRPr lang="en-IN"/>
          </a:p>
        </p:txBody>
      </p:sp>
      <p:sp>
        <p:nvSpPr>
          <p:cNvPr id="29" name="Text 27"/>
          <p:cNvSpPr/>
          <p:nvPr/>
        </p:nvSpPr>
        <p:spPr>
          <a:xfrm>
            <a:off x="6629400" y="4754880"/>
            <a:ext cx="320040" cy="3200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0" name="Text 28"/>
          <p:cNvSpPr/>
          <p:nvPr/>
        </p:nvSpPr>
        <p:spPr>
          <a:xfrm>
            <a:off x="7086600" y="4709160"/>
            <a:ext cx="4114800" cy="365760"/>
          </a:xfrm>
          <a:prstGeom prst="rect">
            <a:avLst/>
          </a:prstGeom>
          <a:noFill/>
          <a:ln/>
        </p:spPr>
        <p:txBody>
          <a:bodyPr wrap="square" rtlCol="0" anchor="ctr"/>
          <a:lstStyle/>
          <a:p>
            <a:pPr marL="0" indent="0">
              <a:buNone/>
            </a:pPr>
            <a:r>
              <a:rPr lang="en-US" sz="1500" b="1" dirty="0">
                <a:solidFill>
                  <a:srgbClr val="13102B"/>
                </a:solidFill>
                <a:latin typeface="Calibri" pitchFamily="34" charset="0"/>
                <a:ea typeface="Calibri" pitchFamily="34" charset="-122"/>
                <a:cs typeface="Calibri" pitchFamily="34" charset="-120"/>
              </a:rPr>
              <a:t>Runner-up</a:t>
            </a:r>
            <a:endParaRPr lang="en-US" sz="1500" dirty="0"/>
          </a:p>
        </p:txBody>
      </p:sp>
      <p:sp>
        <p:nvSpPr>
          <p:cNvPr id="31" name="Text 29"/>
          <p:cNvSpPr/>
          <p:nvPr/>
        </p:nvSpPr>
        <p:spPr>
          <a:xfrm>
            <a:off x="7086600" y="5074920"/>
            <a:ext cx="4114800" cy="457200"/>
          </a:xfrm>
          <a:prstGeom prst="rect">
            <a:avLst/>
          </a:prstGeom>
          <a:noFill/>
          <a:ln/>
        </p:spPr>
        <p:txBody>
          <a:bodyPr wrap="square" rtlCol="0" anchor="ctr"/>
          <a:lstStyle/>
          <a:p>
            <a:pPr marL="0" indent="0">
              <a:buNone/>
            </a:pPr>
            <a:r>
              <a:rPr lang="en-US" sz="1150" dirty="0">
                <a:solidFill>
                  <a:srgbClr val="5A5578"/>
                </a:solidFill>
                <a:latin typeface="Calibri" pitchFamily="34" charset="0"/>
                <a:ea typeface="Calibri" pitchFamily="34" charset="-122"/>
                <a:cs typeface="Calibri" pitchFamily="34" charset="-120"/>
              </a:rPr>
              <a:t>Used as a comparison baseline</a:t>
            </a:r>
            <a:endParaRPr lang="en-US" sz="1150" dirty="0"/>
          </a:p>
        </p:txBody>
      </p:sp>
      <p:sp>
        <p:nvSpPr>
          <p:cNvPr id="32" name="Text 30"/>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3102B"/>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3FE0D0"/>
                </a:solidFill>
                <a:latin typeface="Calibri" pitchFamily="34" charset="0"/>
                <a:ea typeface="Calibri" pitchFamily="34" charset="-122"/>
                <a:cs typeface="Calibri" pitchFamily="34" charset="-120"/>
              </a:rPr>
              <a:t>METRICS</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Final Evaluation Summary</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3291840"/>
        </p:xfrm>
        <a:graphic>
          <a:graphicData uri="http://schemas.openxmlformats.org/drawingml/2006/table">
            <a:tbl>
              <a:tblPr/>
              <a:tblGrid>
                <a:gridCol w="34747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65836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6E5AE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6E5AE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Interpretation</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6E5AE0"/>
                    </a:solidFill>
                  </a:tcPr>
                </a:tc>
                <a:extLst>
                  <a:ext uri="{0D108BD9-81ED-4DB2-BD59-A6C34878D82A}">
                    <a16:rowId xmlns:a16="http://schemas.microsoft.com/office/drawing/2014/main" val="10000"/>
                  </a:ext>
                </a:extLst>
              </a:tr>
              <a:tr h="658368">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Number of Clusters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tc>
                  <a:txBody>
                    <a:bodyPr/>
                    <a:lstStyle/>
                    <a:p>
                      <a:pPr marL="0" indent="0">
                        <a:buNone/>
                      </a:pPr>
                      <a:r>
                        <a:rPr lang="en-US" sz="1300" b="1" dirty="0">
                          <a:solidFill>
                            <a:srgbClr val="3FE0D0"/>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Selected using Elbow + Silhouette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extLst>
                  <a:ext uri="{0D108BD9-81ED-4DB2-BD59-A6C34878D82A}">
                    <a16:rowId xmlns:a16="http://schemas.microsoft.com/office/drawing/2014/main" val="10001"/>
                  </a:ext>
                </a:extLst>
              </a:tr>
              <a:tr h="658368">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Silhouette Score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tc>
                  <a:txBody>
                    <a:bodyPr/>
                    <a:lstStyle/>
                    <a:p>
                      <a:pPr marL="0" indent="0">
                        <a:buNone/>
                      </a:pPr>
                      <a:r>
                        <a:rPr lang="en-US" sz="1300" b="1" dirty="0">
                          <a:solidFill>
                            <a:srgbClr val="3FE0D0"/>
                          </a:solidFill>
                          <a:latin typeface="Calibri" pitchFamily="34" charset="0"/>
                          <a:ea typeface="Calibri" pitchFamily="34" charset="-122"/>
                          <a:cs typeface="Calibri" pitchFamily="34" charset="-120"/>
                        </a:rPr>
                        <a:t>0.2413</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Moderate cluster separation</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extLst>
                  <a:ext uri="{0D108BD9-81ED-4DB2-BD59-A6C34878D82A}">
                    <a16:rowId xmlns:a16="http://schemas.microsoft.com/office/drawing/2014/main" val="10002"/>
                  </a:ext>
                </a:extLst>
              </a:tr>
              <a:tr h="658368">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Davies-Bouldin Index</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tc>
                  <a:txBody>
                    <a:bodyPr/>
                    <a:lstStyle/>
                    <a:p>
                      <a:pPr marL="0" indent="0">
                        <a:buNone/>
                      </a:pPr>
                      <a:r>
                        <a:rPr lang="en-US" sz="1300" b="1" dirty="0">
                          <a:solidFill>
                            <a:srgbClr val="3FE0D0"/>
                          </a:solidFill>
                          <a:latin typeface="Calibri" pitchFamily="34" charset="0"/>
                          <a:ea typeface="Calibri" pitchFamily="34" charset="-122"/>
                          <a:cs typeface="Calibri" pitchFamily="34" charset="-120"/>
                        </a:rPr>
                        <a:t>1.5702</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Lower is better</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31C4F"/>
                    </a:solidFill>
                  </a:tcPr>
                </a:tc>
                <a:extLst>
                  <a:ext uri="{0D108BD9-81ED-4DB2-BD59-A6C34878D82A}">
                    <a16:rowId xmlns:a16="http://schemas.microsoft.com/office/drawing/2014/main" val="10003"/>
                  </a:ext>
                </a:extLst>
              </a:tr>
              <a:tr h="658368">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Inertia</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tc>
                  <a:txBody>
                    <a:bodyPr/>
                    <a:lstStyle/>
                    <a:p>
                      <a:pPr marL="0" indent="0">
                        <a:buNone/>
                      </a:pPr>
                      <a:r>
                        <a:rPr lang="en-US" sz="1300" b="1" dirty="0">
                          <a:solidFill>
                            <a:srgbClr val="3FE0D0"/>
                          </a:solidFill>
                          <a:latin typeface="Calibri" pitchFamily="34" charset="0"/>
                          <a:ea typeface="Calibri" pitchFamily="34" charset="-122"/>
                          <a:cs typeface="Calibri" pitchFamily="34" charset="-120"/>
                        </a:rPr>
                        <a:t>658,335.08</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tc>
                  <a:txBody>
                    <a:bodyPr/>
                    <a:lstStyle/>
                    <a:p>
                      <a:pPr marL="0" indent="0">
                        <a:buNone/>
                      </a:pPr>
                      <a:r>
                        <a:rPr lang="en-US" sz="1300" dirty="0">
                          <a:solidFill>
                            <a:srgbClr val="E7E4F5"/>
                          </a:solidFill>
                          <a:latin typeface="Calibri" pitchFamily="34" charset="0"/>
                          <a:ea typeface="Calibri" pitchFamily="34" charset="-122"/>
                          <a:cs typeface="Calibri" pitchFamily="34" charset="-120"/>
                        </a:rPr>
                        <a:t>Measures cluster compactness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C2560"/>
                    </a:solidFill>
                  </a:tcPr>
                </a:tc>
                <a:extLst>
                  <a:ext uri="{0D108BD9-81ED-4DB2-BD59-A6C34878D82A}">
                    <a16:rowId xmlns:a16="http://schemas.microsoft.com/office/drawing/2014/main" val="10004"/>
                  </a:ext>
                </a:extLst>
              </a:tr>
            </a:tbl>
          </a:graphicData>
        </a:graphic>
      </p:graphicFrame>
      <p:sp>
        <p:nvSpPr>
          <p:cNvPr id="5" name="Text 2"/>
          <p:cNvSpPr/>
          <p:nvPr/>
        </p:nvSpPr>
        <p:spPr>
          <a:xfrm>
            <a:off x="548640" y="5394960"/>
            <a:ext cx="11064240" cy="640080"/>
          </a:xfrm>
          <a:prstGeom prst="rect">
            <a:avLst/>
          </a:prstGeom>
          <a:noFill/>
          <a:ln/>
        </p:spPr>
        <p:txBody>
          <a:bodyPr wrap="square" rtlCol="0" anchor="ctr"/>
          <a:lstStyle/>
          <a:p>
            <a:pPr marL="0" indent="0">
              <a:buNone/>
            </a:pPr>
            <a:r>
              <a:rPr lang="en-US" sz="1300" i="1" dirty="0">
                <a:solidFill>
                  <a:srgbClr val="A79FD1"/>
                </a:solidFill>
                <a:latin typeface="Calibri" pitchFamily="34" charset="0"/>
                <a:ea typeface="Calibri" pitchFamily="34" charset="-122"/>
                <a:cs typeface="Calibri" pitchFamily="34" charset="-120"/>
              </a:rPr>
              <a:t>The moderate Silhouette Score reflects real-world audio data with overlapping musical styles — clusters are meaningful but not perfectly separated.</a:t>
            </a:r>
            <a:endParaRPr lang="en-US" sz="1300" dirty="0"/>
          </a:p>
        </p:txBody>
      </p:sp>
      <p:sp>
        <p:nvSpPr>
          <p:cNvPr id="6" name="Text 3"/>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6E5AE0"/>
                </a:solidFill>
                <a:latin typeface="Calibri" pitchFamily="34" charset="0"/>
                <a:ea typeface="Calibri" pitchFamily="34" charset="-122"/>
                <a:cs typeface="Calibri" pitchFamily="34" charset="-120"/>
              </a:rPr>
              <a:t>DEEP DIVE</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13102B"/>
                </a:solidFill>
                <a:latin typeface="Cambria" pitchFamily="34" charset="0"/>
                <a:ea typeface="Cambria" pitchFamily="34" charset="-122"/>
                <a:cs typeface="Cambria" pitchFamily="34" charset="-120"/>
              </a:rPr>
              <a:t>Cluster Profiles</a:t>
            </a:r>
            <a:endParaRPr lang="en-US" sz="3200" dirty="0"/>
          </a:p>
        </p:txBody>
      </p:sp>
      <p:sp>
        <p:nvSpPr>
          <p:cNvPr id="4" name="Shape 2"/>
          <p:cNvSpPr/>
          <p:nvPr/>
        </p:nvSpPr>
        <p:spPr>
          <a:xfrm>
            <a:off x="548640" y="1737360"/>
            <a:ext cx="3520440" cy="4114800"/>
          </a:xfrm>
          <a:prstGeom prst="roundRect">
            <a:avLst>
              <a:gd name="adj" fmla="val 3117"/>
            </a:avLst>
          </a:prstGeom>
          <a:solidFill>
            <a:srgbClr val="13102B"/>
          </a:solidFill>
          <a:ln/>
        </p:spPr>
        <p:txBody>
          <a:bodyPr/>
          <a:lstStyle/>
          <a:p>
            <a:endParaRPr lang="en-IN"/>
          </a:p>
        </p:txBody>
      </p:sp>
      <p:sp>
        <p:nvSpPr>
          <p:cNvPr id="5" name="Shape 3"/>
          <p:cNvSpPr/>
          <p:nvPr/>
        </p:nvSpPr>
        <p:spPr>
          <a:xfrm>
            <a:off x="868680" y="2057400"/>
            <a:ext cx="457200" cy="457200"/>
          </a:xfrm>
          <a:prstGeom prst="ellipse">
            <a:avLst/>
          </a:prstGeom>
          <a:solidFill>
            <a:srgbClr val="6E5AE0"/>
          </a:solidFill>
          <a:ln/>
        </p:spPr>
        <p:txBody>
          <a:bodyPr/>
          <a:lstStyle/>
          <a:p>
            <a:endParaRPr lang="en-IN"/>
          </a:p>
        </p:txBody>
      </p:sp>
      <p:sp>
        <p:nvSpPr>
          <p:cNvPr id="6" name="Text 4"/>
          <p:cNvSpPr/>
          <p:nvPr/>
        </p:nvSpPr>
        <p:spPr>
          <a:xfrm>
            <a:off x="868680" y="2057400"/>
            <a:ext cx="457200" cy="457200"/>
          </a:xfrm>
          <a:prstGeom prst="rect">
            <a:avLst/>
          </a:prstGeom>
          <a:noFill/>
          <a:ln/>
        </p:spPr>
        <p:txBody>
          <a:bodyPr wrap="square" rtlCol="0" anchor="ctr"/>
          <a:lstStyle/>
          <a:p>
            <a:pPr marL="0" indent="0" algn="ctr">
              <a:buNone/>
            </a:pPr>
            <a:r>
              <a:rPr lang="en-US" sz="1600" b="1" dirty="0">
                <a:solidFill>
                  <a:srgbClr val="13102B"/>
                </a:solidFill>
                <a:latin typeface="Cambria" pitchFamily="34" charset="0"/>
                <a:ea typeface="Cambria" pitchFamily="34" charset="-122"/>
                <a:cs typeface="Cambria" pitchFamily="34" charset="-120"/>
              </a:rPr>
              <a:t>0</a:t>
            </a:r>
            <a:endParaRPr lang="en-US" sz="1600" dirty="0"/>
          </a:p>
        </p:txBody>
      </p:sp>
      <p:sp>
        <p:nvSpPr>
          <p:cNvPr id="7" name="Text 5"/>
          <p:cNvSpPr/>
          <p:nvPr/>
        </p:nvSpPr>
        <p:spPr>
          <a:xfrm>
            <a:off x="1463040" y="2103120"/>
            <a:ext cx="2331720" cy="274320"/>
          </a:xfrm>
          <a:prstGeom prst="rect">
            <a:avLst/>
          </a:prstGeom>
          <a:noFill/>
          <a:ln/>
        </p:spPr>
        <p:txBody>
          <a:bodyPr wrap="square" rtlCol="0" anchor="ctr"/>
          <a:lstStyle/>
          <a:p>
            <a:pPr marL="0" indent="0">
              <a:buNone/>
            </a:pPr>
            <a:r>
              <a:rPr lang="en-US" sz="1100" b="1" kern="0" spc="150" dirty="0">
                <a:solidFill>
                  <a:srgbClr val="6E5AE0"/>
                </a:solidFill>
                <a:latin typeface="Calibri" pitchFamily="34" charset="0"/>
                <a:ea typeface="Calibri" pitchFamily="34" charset="-122"/>
                <a:cs typeface="Calibri" pitchFamily="34" charset="-120"/>
              </a:rPr>
              <a:t>CLUSTER 0</a:t>
            </a:r>
            <a:endParaRPr lang="en-US" sz="1100" dirty="0"/>
          </a:p>
        </p:txBody>
      </p:sp>
      <p:sp>
        <p:nvSpPr>
          <p:cNvPr id="8" name="Text 6"/>
          <p:cNvSpPr/>
          <p:nvPr/>
        </p:nvSpPr>
        <p:spPr>
          <a:xfrm>
            <a:off x="868680" y="2697480"/>
            <a:ext cx="2880360" cy="82296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Spoken &amp; Live Tracks</a:t>
            </a:r>
            <a:endParaRPr lang="en-US" sz="1900" dirty="0"/>
          </a:p>
        </p:txBody>
      </p:sp>
      <p:sp>
        <p:nvSpPr>
          <p:cNvPr id="9" name="Shape 7"/>
          <p:cNvSpPr/>
          <p:nvPr/>
        </p:nvSpPr>
        <p:spPr>
          <a:xfrm>
            <a:off x="868680" y="3611880"/>
            <a:ext cx="2880360" cy="0"/>
          </a:xfrm>
          <a:prstGeom prst="line">
            <a:avLst/>
          </a:prstGeom>
          <a:noFill/>
          <a:ln w="12700">
            <a:solidFill>
              <a:srgbClr val="2C2560"/>
            </a:solidFill>
            <a:prstDash val="solid"/>
          </a:ln>
        </p:spPr>
        <p:txBody>
          <a:bodyPr/>
          <a:lstStyle/>
          <a:p>
            <a:endParaRPr lang="en-IN"/>
          </a:p>
        </p:txBody>
      </p:sp>
      <p:sp>
        <p:nvSpPr>
          <p:cNvPr id="10" name="Text 8"/>
          <p:cNvSpPr/>
          <p:nvPr/>
        </p:nvSpPr>
        <p:spPr>
          <a:xfrm>
            <a:off x="868680" y="3749040"/>
            <a:ext cx="2880360" cy="274320"/>
          </a:xfrm>
          <a:prstGeom prst="rect">
            <a:avLst/>
          </a:prstGeom>
          <a:noFill/>
          <a:ln/>
        </p:spPr>
        <p:txBody>
          <a:bodyPr wrap="square" rtlCol="0" anchor="ctr"/>
          <a:lstStyle/>
          <a:p>
            <a:pPr marL="0" indent="0">
              <a:buNone/>
            </a:pPr>
            <a:r>
              <a:rPr lang="en-US" sz="1000" kern="0" spc="150" dirty="0">
                <a:solidFill>
                  <a:srgbClr val="A79FD1"/>
                </a:solidFill>
                <a:latin typeface="Calibri" pitchFamily="34" charset="0"/>
                <a:ea typeface="Calibri" pitchFamily="34" charset="-122"/>
                <a:cs typeface="Calibri" pitchFamily="34" charset="-120"/>
              </a:rPr>
              <a:t>CHARACTERISTICS</a:t>
            </a:r>
            <a:endParaRPr lang="en-US" sz="1000" dirty="0"/>
          </a:p>
        </p:txBody>
      </p:sp>
      <p:sp>
        <p:nvSpPr>
          <p:cNvPr id="11" name="Text 9"/>
          <p:cNvSpPr/>
          <p:nvPr/>
        </p:nvSpPr>
        <p:spPr>
          <a:xfrm>
            <a:off x="868680" y="4069080"/>
            <a:ext cx="2880360" cy="1645920"/>
          </a:xfrm>
          <a:prstGeom prst="rect">
            <a:avLst/>
          </a:prstGeom>
          <a:noFill/>
          <a:ln/>
        </p:spPr>
        <p:txBody>
          <a:bodyPr wrap="square" rtlCol="0" anchor="ctr"/>
          <a:lstStyle/>
          <a:p>
            <a:pPr marL="0" indent="0">
              <a:lnSpc>
                <a:spcPct val="130000"/>
              </a:lnSpc>
              <a:buNone/>
            </a:pPr>
            <a:r>
              <a:rPr lang="en-US" sz="1300" dirty="0">
                <a:solidFill>
                  <a:srgbClr val="E7E4F5"/>
                </a:solidFill>
                <a:latin typeface="Calibri" pitchFamily="34" charset="0"/>
                <a:ea typeface="Calibri" pitchFamily="34" charset="-122"/>
                <a:cs typeface="Calibri" pitchFamily="34" charset="-120"/>
              </a:rPr>
              <a:t>High speechiness, moderate danceability, short duration, live recordings</a:t>
            </a:r>
            <a:endParaRPr lang="en-US" sz="1300" dirty="0"/>
          </a:p>
        </p:txBody>
      </p:sp>
      <p:sp>
        <p:nvSpPr>
          <p:cNvPr id="12" name="Shape 10"/>
          <p:cNvSpPr/>
          <p:nvPr/>
        </p:nvSpPr>
        <p:spPr>
          <a:xfrm>
            <a:off x="4343400" y="1737360"/>
            <a:ext cx="3520440" cy="4114800"/>
          </a:xfrm>
          <a:prstGeom prst="roundRect">
            <a:avLst>
              <a:gd name="adj" fmla="val 3117"/>
            </a:avLst>
          </a:prstGeom>
          <a:solidFill>
            <a:srgbClr val="13102B"/>
          </a:solidFill>
          <a:ln/>
        </p:spPr>
        <p:txBody>
          <a:bodyPr/>
          <a:lstStyle/>
          <a:p>
            <a:endParaRPr lang="en-IN"/>
          </a:p>
        </p:txBody>
      </p:sp>
      <p:sp>
        <p:nvSpPr>
          <p:cNvPr id="13" name="Shape 11"/>
          <p:cNvSpPr/>
          <p:nvPr/>
        </p:nvSpPr>
        <p:spPr>
          <a:xfrm>
            <a:off x="4663440" y="2057400"/>
            <a:ext cx="457200" cy="457200"/>
          </a:xfrm>
          <a:prstGeom prst="ellipse">
            <a:avLst/>
          </a:prstGeom>
          <a:solidFill>
            <a:srgbClr val="3FE0D0"/>
          </a:solidFill>
          <a:ln/>
        </p:spPr>
        <p:txBody>
          <a:bodyPr/>
          <a:lstStyle/>
          <a:p>
            <a:endParaRPr lang="en-IN"/>
          </a:p>
        </p:txBody>
      </p:sp>
      <p:sp>
        <p:nvSpPr>
          <p:cNvPr id="14" name="Text 12"/>
          <p:cNvSpPr/>
          <p:nvPr/>
        </p:nvSpPr>
        <p:spPr>
          <a:xfrm>
            <a:off x="4663440" y="2057400"/>
            <a:ext cx="457200" cy="457200"/>
          </a:xfrm>
          <a:prstGeom prst="rect">
            <a:avLst/>
          </a:prstGeom>
          <a:noFill/>
          <a:ln/>
        </p:spPr>
        <p:txBody>
          <a:bodyPr wrap="square" rtlCol="0" anchor="ctr"/>
          <a:lstStyle/>
          <a:p>
            <a:pPr marL="0" indent="0" algn="ctr">
              <a:buNone/>
            </a:pPr>
            <a:r>
              <a:rPr lang="en-US" sz="1600" b="1" dirty="0">
                <a:solidFill>
                  <a:srgbClr val="13102B"/>
                </a:solidFill>
                <a:latin typeface="Cambria" pitchFamily="34" charset="0"/>
                <a:ea typeface="Cambria" pitchFamily="34" charset="-122"/>
                <a:cs typeface="Cambria" pitchFamily="34" charset="-120"/>
              </a:rPr>
              <a:t>1</a:t>
            </a:r>
            <a:endParaRPr lang="en-US" sz="1600" dirty="0"/>
          </a:p>
        </p:txBody>
      </p:sp>
      <p:sp>
        <p:nvSpPr>
          <p:cNvPr id="15" name="Text 13"/>
          <p:cNvSpPr/>
          <p:nvPr/>
        </p:nvSpPr>
        <p:spPr>
          <a:xfrm>
            <a:off x="5257800" y="2103120"/>
            <a:ext cx="2331720" cy="274320"/>
          </a:xfrm>
          <a:prstGeom prst="rect">
            <a:avLst/>
          </a:prstGeom>
          <a:noFill/>
          <a:ln/>
        </p:spPr>
        <p:txBody>
          <a:bodyPr wrap="square" rtlCol="0" anchor="ctr"/>
          <a:lstStyle/>
          <a:p>
            <a:pPr marL="0" indent="0">
              <a:buNone/>
            </a:pPr>
            <a:r>
              <a:rPr lang="en-US" sz="1100" b="1" kern="0" spc="150" dirty="0">
                <a:solidFill>
                  <a:srgbClr val="3FE0D0"/>
                </a:solidFill>
                <a:latin typeface="Calibri" pitchFamily="34" charset="0"/>
                <a:ea typeface="Calibri" pitchFamily="34" charset="-122"/>
                <a:cs typeface="Calibri" pitchFamily="34" charset="-120"/>
              </a:rPr>
              <a:t>CLUSTER 1</a:t>
            </a:r>
            <a:endParaRPr lang="en-US" sz="1100" dirty="0"/>
          </a:p>
        </p:txBody>
      </p:sp>
      <p:sp>
        <p:nvSpPr>
          <p:cNvPr id="16" name="Text 14"/>
          <p:cNvSpPr/>
          <p:nvPr/>
        </p:nvSpPr>
        <p:spPr>
          <a:xfrm>
            <a:off x="4663440" y="2697480"/>
            <a:ext cx="2880360" cy="82296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Chill Acoustic Songs</a:t>
            </a:r>
            <a:endParaRPr lang="en-US" sz="1900" dirty="0"/>
          </a:p>
        </p:txBody>
      </p:sp>
      <p:sp>
        <p:nvSpPr>
          <p:cNvPr id="17" name="Shape 15"/>
          <p:cNvSpPr/>
          <p:nvPr/>
        </p:nvSpPr>
        <p:spPr>
          <a:xfrm>
            <a:off x="4663440" y="3611880"/>
            <a:ext cx="2880360" cy="0"/>
          </a:xfrm>
          <a:prstGeom prst="line">
            <a:avLst/>
          </a:prstGeom>
          <a:noFill/>
          <a:ln w="12700">
            <a:solidFill>
              <a:srgbClr val="2C2560"/>
            </a:solidFill>
            <a:prstDash val="solid"/>
          </a:ln>
        </p:spPr>
        <p:txBody>
          <a:bodyPr/>
          <a:lstStyle/>
          <a:p>
            <a:endParaRPr lang="en-IN"/>
          </a:p>
        </p:txBody>
      </p:sp>
      <p:sp>
        <p:nvSpPr>
          <p:cNvPr id="18" name="Text 16"/>
          <p:cNvSpPr/>
          <p:nvPr/>
        </p:nvSpPr>
        <p:spPr>
          <a:xfrm>
            <a:off x="4663440" y="3749040"/>
            <a:ext cx="2880360" cy="274320"/>
          </a:xfrm>
          <a:prstGeom prst="rect">
            <a:avLst/>
          </a:prstGeom>
          <a:noFill/>
          <a:ln/>
        </p:spPr>
        <p:txBody>
          <a:bodyPr wrap="square" rtlCol="0" anchor="ctr"/>
          <a:lstStyle/>
          <a:p>
            <a:pPr marL="0" indent="0">
              <a:buNone/>
            </a:pPr>
            <a:r>
              <a:rPr lang="en-US" sz="1000" kern="0" spc="150" dirty="0">
                <a:solidFill>
                  <a:srgbClr val="A79FD1"/>
                </a:solidFill>
                <a:latin typeface="Calibri" pitchFamily="34" charset="0"/>
                <a:ea typeface="Calibri" pitchFamily="34" charset="-122"/>
                <a:cs typeface="Calibri" pitchFamily="34" charset="-120"/>
              </a:rPr>
              <a:t>CHARACTERISTICS</a:t>
            </a:r>
            <a:endParaRPr lang="en-US" sz="1000" dirty="0"/>
          </a:p>
        </p:txBody>
      </p:sp>
      <p:sp>
        <p:nvSpPr>
          <p:cNvPr id="19" name="Text 17"/>
          <p:cNvSpPr/>
          <p:nvPr/>
        </p:nvSpPr>
        <p:spPr>
          <a:xfrm>
            <a:off x="4663440" y="4069080"/>
            <a:ext cx="2880360" cy="1645920"/>
          </a:xfrm>
          <a:prstGeom prst="rect">
            <a:avLst/>
          </a:prstGeom>
          <a:noFill/>
          <a:ln/>
        </p:spPr>
        <p:txBody>
          <a:bodyPr wrap="square" rtlCol="0" anchor="ctr"/>
          <a:lstStyle/>
          <a:p>
            <a:pPr marL="0" indent="0">
              <a:lnSpc>
                <a:spcPct val="130000"/>
              </a:lnSpc>
              <a:buNone/>
            </a:pPr>
            <a:r>
              <a:rPr lang="en-US" sz="1300" dirty="0">
                <a:solidFill>
                  <a:srgbClr val="E7E4F5"/>
                </a:solidFill>
                <a:latin typeface="Calibri" pitchFamily="34" charset="0"/>
                <a:ea typeface="Calibri" pitchFamily="34" charset="-122"/>
                <a:cs typeface="Calibri" pitchFamily="34" charset="-120"/>
              </a:rPr>
              <a:t>Low energy, high acousticness, instrumental, relaxing</a:t>
            </a:r>
            <a:endParaRPr lang="en-US" sz="1300" dirty="0"/>
          </a:p>
        </p:txBody>
      </p:sp>
      <p:sp>
        <p:nvSpPr>
          <p:cNvPr id="20" name="Shape 18"/>
          <p:cNvSpPr/>
          <p:nvPr/>
        </p:nvSpPr>
        <p:spPr>
          <a:xfrm>
            <a:off x="8138160" y="1737360"/>
            <a:ext cx="3520440" cy="4114800"/>
          </a:xfrm>
          <a:prstGeom prst="roundRect">
            <a:avLst>
              <a:gd name="adj" fmla="val 3117"/>
            </a:avLst>
          </a:prstGeom>
          <a:solidFill>
            <a:srgbClr val="13102B"/>
          </a:solidFill>
          <a:ln/>
        </p:spPr>
        <p:txBody>
          <a:bodyPr/>
          <a:lstStyle/>
          <a:p>
            <a:endParaRPr lang="en-IN"/>
          </a:p>
        </p:txBody>
      </p:sp>
      <p:sp>
        <p:nvSpPr>
          <p:cNvPr id="21" name="Shape 19"/>
          <p:cNvSpPr/>
          <p:nvPr/>
        </p:nvSpPr>
        <p:spPr>
          <a:xfrm>
            <a:off x="8458200" y="2057400"/>
            <a:ext cx="457200" cy="457200"/>
          </a:xfrm>
          <a:prstGeom prst="ellipse">
            <a:avLst/>
          </a:prstGeom>
          <a:solidFill>
            <a:srgbClr val="FF9900"/>
          </a:solidFill>
          <a:ln/>
        </p:spPr>
        <p:txBody>
          <a:bodyPr/>
          <a:lstStyle/>
          <a:p>
            <a:endParaRPr lang="en-IN"/>
          </a:p>
        </p:txBody>
      </p:sp>
      <p:sp>
        <p:nvSpPr>
          <p:cNvPr id="22" name="Text 20"/>
          <p:cNvSpPr/>
          <p:nvPr/>
        </p:nvSpPr>
        <p:spPr>
          <a:xfrm>
            <a:off x="8458200" y="2057400"/>
            <a:ext cx="457200" cy="457200"/>
          </a:xfrm>
          <a:prstGeom prst="rect">
            <a:avLst/>
          </a:prstGeom>
          <a:noFill/>
          <a:ln/>
        </p:spPr>
        <p:txBody>
          <a:bodyPr wrap="square" rtlCol="0" anchor="ctr"/>
          <a:lstStyle/>
          <a:p>
            <a:pPr marL="0" indent="0" algn="ctr">
              <a:buNone/>
            </a:pPr>
            <a:r>
              <a:rPr lang="en-US" sz="1600" b="1" dirty="0">
                <a:solidFill>
                  <a:srgbClr val="13102B"/>
                </a:solidFill>
                <a:latin typeface="Cambria" pitchFamily="34" charset="0"/>
                <a:ea typeface="Cambria" pitchFamily="34" charset="-122"/>
                <a:cs typeface="Cambria" pitchFamily="34" charset="-120"/>
              </a:rPr>
              <a:t>2</a:t>
            </a:r>
            <a:endParaRPr lang="en-US" sz="1600" dirty="0"/>
          </a:p>
        </p:txBody>
      </p:sp>
      <p:sp>
        <p:nvSpPr>
          <p:cNvPr id="23" name="Text 21"/>
          <p:cNvSpPr/>
          <p:nvPr/>
        </p:nvSpPr>
        <p:spPr>
          <a:xfrm>
            <a:off x="9052560" y="2103120"/>
            <a:ext cx="2331720" cy="274320"/>
          </a:xfrm>
          <a:prstGeom prst="rect">
            <a:avLst/>
          </a:prstGeom>
          <a:noFill/>
          <a:ln/>
        </p:spPr>
        <p:txBody>
          <a:bodyPr wrap="square" rtlCol="0" anchor="ctr"/>
          <a:lstStyle/>
          <a:p>
            <a:pPr marL="0" indent="0">
              <a:buNone/>
            </a:pPr>
            <a:r>
              <a:rPr lang="en-US" sz="1100" b="1" kern="0" spc="150" dirty="0">
                <a:solidFill>
                  <a:srgbClr val="FF9900"/>
                </a:solidFill>
                <a:latin typeface="Calibri" pitchFamily="34" charset="0"/>
                <a:ea typeface="Calibri" pitchFamily="34" charset="-122"/>
                <a:cs typeface="Calibri" pitchFamily="34" charset="-120"/>
              </a:rPr>
              <a:t>CLUSTER 2</a:t>
            </a:r>
            <a:endParaRPr lang="en-US" sz="1100" dirty="0"/>
          </a:p>
        </p:txBody>
      </p:sp>
      <p:sp>
        <p:nvSpPr>
          <p:cNvPr id="24" name="Text 22"/>
          <p:cNvSpPr/>
          <p:nvPr/>
        </p:nvSpPr>
        <p:spPr>
          <a:xfrm>
            <a:off x="8458200" y="2697480"/>
            <a:ext cx="2880360" cy="82296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Energetic Party Tracks</a:t>
            </a:r>
            <a:endParaRPr lang="en-US" sz="1900" dirty="0"/>
          </a:p>
        </p:txBody>
      </p:sp>
      <p:sp>
        <p:nvSpPr>
          <p:cNvPr id="25" name="Shape 23"/>
          <p:cNvSpPr/>
          <p:nvPr/>
        </p:nvSpPr>
        <p:spPr>
          <a:xfrm>
            <a:off x="8458200" y="3611880"/>
            <a:ext cx="2880360" cy="0"/>
          </a:xfrm>
          <a:prstGeom prst="line">
            <a:avLst/>
          </a:prstGeom>
          <a:noFill/>
          <a:ln w="12700">
            <a:solidFill>
              <a:srgbClr val="2C2560"/>
            </a:solidFill>
            <a:prstDash val="solid"/>
          </a:ln>
        </p:spPr>
        <p:txBody>
          <a:bodyPr/>
          <a:lstStyle/>
          <a:p>
            <a:endParaRPr lang="en-IN"/>
          </a:p>
        </p:txBody>
      </p:sp>
      <p:sp>
        <p:nvSpPr>
          <p:cNvPr id="26" name="Text 24"/>
          <p:cNvSpPr/>
          <p:nvPr/>
        </p:nvSpPr>
        <p:spPr>
          <a:xfrm>
            <a:off x="8458200" y="3749040"/>
            <a:ext cx="2880360" cy="274320"/>
          </a:xfrm>
          <a:prstGeom prst="rect">
            <a:avLst/>
          </a:prstGeom>
          <a:noFill/>
          <a:ln/>
        </p:spPr>
        <p:txBody>
          <a:bodyPr wrap="square" rtlCol="0" anchor="ctr"/>
          <a:lstStyle/>
          <a:p>
            <a:pPr marL="0" indent="0">
              <a:buNone/>
            </a:pPr>
            <a:r>
              <a:rPr lang="en-US" sz="1000" kern="0" spc="150" dirty="0">
                <a:solidFill>
                  <a:srgbClr val="A79FD1"/>
                </a:solidFill>
                <a:latin typeface="Calibri" pitchFamily="34" charset="0"/>
                <a:ea typeface="Calibri" pitchFamily="34" charset="-122"/>
                <a:cs typeface="Calibri" pitchFamily="34" charset="-120"/>
              </a:rPr>
              <a:t>CHARACTERISTICS</a:t>
            </a:r>
            <a:endParaRPr lang="en-US" sz="1000" dirty="0"/>
          </a:p>
        </p:txBody>
      </p:sp>
      <p:sp>
        <p:nvSpPr>
          <p:cNvPr id="27" name="Text 25"/>
          <p:cNvSpPr/>
          <p:nvPr/>
        </p:nvSpPr>
        <p:spPr>
          <a:xfrm>
            <a:off x="8458200" y="4069080"/>
            <a:ext cx="2880360" cy="1645920"/>
          </a:xfrm>
          <a:prstGeom prst="rect">
            <a:avLst/>
          </a:prstGeom>
          <a:noFill/>
          <a:ln/>
        </p:spPr>
        <p:txBody>
          <a:bodyPr wrap="square" rtlCol="0" anchor="ctr"/>
          <a:lstStyle/>
          <a:p>
            <a:pPr marL="0" indent="0">
              <a:lnSpc>
                <a:spcPct val="130000"/>
              </a:lnSpc>
              <a:buNone/>
            </a:pPr>
            <a:r>
              <a:rPr lang="en-US" sz="1300" dirty="0">
                <a:solidFill>
                  <a:srgbClr val="E7E4F5"/>
                </a:solidFill>
                <a:latin typeface="Calibri" pitchFamily="34" charset="0"/>
                <a:ea typeface="Calibri" pitchFamily="34" charset="-122"/>
                <a:cs typeface="Calibri" pitchFamily="34" charset="-120"/>
              </a:rPr>
              <a:t>High energy, fast tempo, loud, happy, danceable</a:t>
            </a:r>
            <a:endParaRPr lang="en-US" sz="1300" dirty="0"/>
          </a:p>
        </p:txBody>
      </p:sp>
      <p:sp>
        <p:nvSpPr>
          <p:cNvPr id="28" name="Text 26"/>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13102B"/>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200" b="1" kern="0" spc="300" dirty="0">
                <a:solidFill>
                  <a:srgbClr val="3FE0D0"/>
                </a:solidFill>
                <a:latin typeface="Calibri" pitchFamily="34" charset="0"/>
                <a:ea typeface="Calibri" pitchFamily="34" charset="-122"/>
                <a:cs typeface="Calibri" pitchFamily="34" charset="-120"/>
              </a:rPr>
              <a:t>IMPACT</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Real-World Applications</a:t>
            </a:r>
            <a:endParaRPr lang="en-US" sz="3200" dirty="0"/>
          </a:p>
        </p:txBody>
      </p:sp>
      <p:sp>
        <p:nvSpPr>
          <p:cNvPr id="4" name="Shape 2"/>
          <p:cNvSpPr/>
          <p:nvPr/>
        </p:nvSpPr>
        <p:spPr>
          <a:xfrm>
            <a:off x="548640" y="1828800"/>
            <a:ext cx="2606040" cy="3291840"/>
          </a:xfrm>
          <a:prstGeom prst="roundRect">
            <a:avLst>
              <a:gd name="adj" fmla="val 3509"/>
            </a:avLst>
          </a:prstGeom>
          <a:solidFill>
            <a:srgbClr val="231C4F"/>
          </a:solidFill>
          <a:ln/>
        </p:spPr>
        <p:txBody>
          <a:bodyPr/>
          <a:lstStyle/>
          <a:p>
            <a:endParaRPr lang="en-IN"/>
          </a:p>
        </p:txBody>
      </p:sp>
      <p:sp>
        <p:nvSpPr>
          <p:cNvPr id="5" name="Shape 3"/>
          <p:cNvSpPr/>
          <p:nvPr/>
        </p:nvSpPr>
        <p:spPr>
          <a:xfrm>
            <a:off x="822960" y="2103120"/>
            <a:ext cx="548640" cy="548640"/>
          </a:xfrm>
          <a:prstGeom prst="ellipse">
            <a:avLst/>
          </a:prstGeom>
          <a:solidFill>
            <a:srgbClr val="6E5AE0">
              <a:alpha val="22000"/>
            </a:srgbClr>
          </a:solidFill>
          <a:ln/>
        </p:spPr>
        <p:txBody>
          <a:bodyPr/>
          <a:lstStyle/>
          <a:p>
            <a:endParaRPr lang="en-IN"/>
          </a:p>
        </p:txBody>
      </p:sp>
      <p:sp>
        <p:nvSpPr>
          <p:cNvPr id="6" name="Shape 4"/>
          <p:cNvSpPr/>
          <p:nvPr/>
        </p:nvSpPr>
        <p:spPr>
          <a:xfrm>
            <a:off x="960120" y="2240280"/>
            <a:ext cx="274320" cy="274320"/>
          </a:xfrm>
          <a:prstGeom prst="ellipse">
            <a:avLst/>
          </a:prstGeom>
          <a:solidFill>
            <a:srgbClr val="6E5AE0"/>
          </a:solidFill>
          <a:ln/>
        </p:spPr>
        <p:txBody>
          <a:bodyPr/>
          <a:lstStyle/>
          <a:p>
            <a:endParaRPr lang="en-IN"/>
          </a:p>
        </p:txBody>
      </p:sp>
      <p:sp>
        <p:nvSpPr>
          <p:cNvPr id="7" name="Text 5"/>
          <p:cNvSpPr/>
          <p:nvPr/>
        </p:nvSpPr>
        <p:spPr>
          <a:xfrm>
            <a:off x="822960" y="2880360"/>
            <a:ext cx="2057400" cy="6400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Recommendation</a:t>
            </a:r>
            <a:endParaRPr lang="en-US" sz="1600" dirty="0"/>
          </a:p>
        </p:txBody>
      </p:sp>
      <p:sp>
        <p:nvSpPr>
          <p:cNvPr id="8" name="Text 6"/>
          <p:cNvSpPr/>
          <p:nvPr/>
        </p:nvSpPr>
        <p:spPr>
          <a:xfrm>
            <a:off x="822960" y="3520440"/>
            <a:ext cx="2057400" cy="1371600"/>
          </a:xfrm>
          <a:prstGeom prst="rect">
            <a:avLst/>
          </a:prstGeom>
          <a:noFill/>
          <a:ln/>
        </p:spPr>
        <p:txBody>
          <a:bodyPr wrap="square" rtlCol="0" anchor="ctr"/>
          <a:lstStyle/>
          <a:p>
            <a:pPr marL="0" indent="0">
              <a:lnSpc>
                <a:spcPct val="125000"/>
              </a:lnSpc>
              <a:buNone/>
            </a:pPr>
            <a:r>
              <a:rPr lang="en-US" sz="1200" dirty="0">
                <a:solidFill>
                  <a:srgbClr val="A79FD1"/>
                </a:solidFill>
                <a:latin typeface="Calibri" pitchFamily="34" charset="0"/>
                <a:ea typeface="Calibri" pitchFamily="34" charset="-122"/>
                <a:cs typeface="Calibri" pitchFamily="34" charset="-120"/>
              </a:rPr>
              <a:t>Suggest similar songs based on cluster membership</a:t>
            </a:r>
            <a:endParaRPr lang="en-US" sz="1200" dirty="0"/>
          </a:p>
        </p:txBody>
      </p:sp>
      <p:sp>
        <p:nvSpPr>
          <p:cNvPr id="9" name="Shape 7"/>
          <p:cNvSpPr/>
          <p:nvPr/>
        </p:nvSpPr>
        <p:spPr>
          <a:xfrm>
            <a:off x="3383280" y="1828800"/>
            <a:ext cx="2606040" cy="3291840"/>
          </a:xfrm>
          <a:prstGeom prst="roundRect">
            <a:avLst>
              <a:gd name="adj" fmla="val 3509"/>
            </a:avLst>
          </a:prstGeom>
          <a:solidFill>
            <a:srgbClr val="231C4F"/>
          </a:solidFill>
          <a:ln/>
        </p:spPr>
        <p:txBody>
          <a:bodyPr/>
          <a:lstStyle/>
          <a:p>
            <a:endParaRPr lang="en-IN"/>
          </a:p>
        </p:txBody>
      </p:sp>
      <p:sp>
        <p:nvSpPr>
          <p:cNvPr id="10" name="Shape 8"/>
          <p:cNvSpPr/>
          <p:nvPr/>
        </p:nvSpPr>
        <p:spPr>
          <a:xfrm>
            <a:off x="3657600" y="2103120"/>
            <a:ext cx="548640" cy="548640"/>
          </a:xfrm>
          <a:prstGeom prst="ellipse">
            <a:avLst/>
          </a:prstGeom>
          <a:solidFill>
            <a:srgbClr val="3FE0D0">
              <a:alpha val="22000"/>
            </a:srgbClr>
          </a:solidFill>
          <a:ln/>
        </p:spPr>
        <p:txBody>
          <a:bodyPr/>
          <a:lstStyle/>
          <a:p>
            <a:endParaRPr lang="en-IN"/>
          </a:p>
        </p:txBody>
      </p:sp>
      <p:sp>
        <p:nvSpPr>
          <p:cNvPr id="11" name="Shape 9"/>
          <p:cNvSpPr/>
          <p:nvPr/>
        </p:nvSpPr>
        <p:spPr>
          <a:xfrm>
            <a:off x="3794760" y="2240280"/>
            <a:ext cx="274320" cy="274320"/>
          </a:xfrm>
          <a:prstGeom prst="ellipse">
            <a:avLst/>
          </a:prstGeom>
          <a:solidFill>
            <a:srgbClr val="3FE0D0"/>
          </a:solidFill>
          <a:ln/>
        </p:spPr>
        <p:txBody>
          <a:bodyPr/>
          <a:lstStyle/>
          <a:p>
            <a:endParaRPr lang="en-IN"/>
          </a:p>
        </p:txBody>
      </p:sp>
      <p:sp>
        <p:nvSpPr>
          <p:cNvPr id="12" name="Text 10"/>
          <p:cNvSpPr/>
          <p:nvPr/>
        </p:nvSpPr>
        <p:spPr>
          <a:xfrm>
            <a:off x="3657600" y="2880360"/>
            <a:ext cx="2057400" cy="6400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Playlist Generation</a:t>
            </a:r>
            <a:endParaRPr lang="en-US" sz="1600" dirty="0"/>
          </a:p>
        </p:txBody>
      </p:sp>
      <p:sp>
        <p:nvSpPr>
          <p:cNvPr id="13" name="Text 11"/>
          <p:cNvSpPr/>
          <p:nvPr/>
        </p:nvSpPr>
        <p:spPr>
          <a:xfrm>
            <a:off x="3657600" y="3520440"/>
            <a:ext cx="2057400" cy="1371600"/>
          </a:xfrm>
          <a:prstGeom prst="rect">
            <a:avLst/>
          </a:prstGeom>
          <a:noFill/>
          <a:ln/>
        </p:spPr>
        <p:txBody>
          <a:bodyPr wrap="square" rtlCol="0" anchor="ctr"/>
          <a:lstStyle/>
          <a:p>
            <a:pPr marL="0" indent="0">
              <a:lnSpc>
                <a:spcPct val="125000"/>
              </a:lnSpc>
              <a:buNone/>
            </a:pPr>
            <a:r>
              <a:rPr lang="en-US" sz="1200" dirty="0">
                <a:solidFill>
                  <a:srgbClr val="A79FD1"/>
                </a:solidFill>
                <a:latin typeface="Calibri" pitchFamily="34" charset="0"/>
                <a:ea typeface="Calibri" pitchFamily="34" charset="-122"/>
                <a:cs typeface="Calibri" pitchFamily="34" charset="-120"/>
              </a:rPr>
              <a:t>Auto-build playlists from cohesive clusters</a:t>
            </a:r>
            <a:endParaRPr lang="en-US" sz="1200" dirty="0"/>
          </a:p>
        </p:txBody>
      </p:sp>
      <p:sp>
        <p:nvSpPr>
          <p:cNvPr id="14" name="Shape 12"/>
          <p:cNvSpPr/>
          <p:nvPr/>
        </p:nvSpPr>
        <p:spPr>
          <a:xfrm>
            <a:off x="6217920" y="1828800"/>
            <a:ext cx="2606040" cy="3291840"/>
          </a:xfrm>
          <a:prstGeom prst="roundRect">
            <a:avLst>
              <a:gd name="adj" fmla="val 3509"/>
            </a:avLst>
          </a:prstGeom>
          <a:solidFill>
            <a:srgbClr val="231C4F"/>
          </a:solidFill>
          <a:ln/>
        </p:spPr>
        <p:txBody>
          <a:bodyPr/>
          <a:lstStyle/>
          <a:p>
            <a:endParaRPr lang="en-IN"/>
          </a:p>
        </p:txBody>
      </p:sp>
      <p:sp>
        <p:nvSpPr>
          <p:cNvPr id="15" name="Shape 13"/>
          <p:cNvSpPr/>
          <p:nvPr/>
        </p:nvSpPr>
        <p:spPr>
          <a:xfrm>
            <a:off x="6492240" y="2103120"/>
            <a:ext cx="548640" cy="548640"/>
          </a:xfrm>
          <a:prstGeom prst="ellipse">
            <a:avLst/>
          </a:prstGeom>
          <a:solidFill>
            <a:srgbClr val="FF9900">
              <a:alpha val="22000"/>
            </a:srgbClr>
          </a:solidFill>
          <a:ln/>
        </p:spPr>
        <p:txBody>
          <a:bodyPr/>
          <a:lstStyle/>
          <a:p>
            <a:endParaRPr lang="en-IN"/>
          </a:p>
        </p:txBody>
      </p:sp>
      <p:sp>
        <p:nvSpPr>
          <p:cNvPr id="16" name="Shape 14"/>
          <p:cNvSpPr/>
          <p:nvPr/>
        </p:nvSpPr>
        <p:spPr>
          <a:xfrm>
            <a:off x="6629400" y="2240280"/>
            <a:ext cx="274320" cy="274320"/>
          </a:xfrm>
          <a:prstGeom prst="ellipse">
            <a:avLst/>
          </a:prstGeom>
          <a:solidFill>
            <a:srgbClr val="FF9900"/>
          </a:solidFill>
          <a:ln/>
        </p:spPr>
        <p:txBody>
          <a:bodyPr/>
          <a:lstStyle/>
          <a:p>
            <a:endParaRPr lang="en-IN"/>
          </a:p>
        </p:txBody>
      </p:sp>
      <p:sp>
        <p:nvSpPr>
          <p:cNvPr id="17" name="Text 15"/>
          <p:cNvSpPr/>
          <p:nvPr/>
        </p:nvSpPr>
        <p:spPr>
          <a:xfrm>
            <a:off x="6492240" y="2880360"/>
            <a:ext cx="2057400" cy="6400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Genre Discovery</a:t>
            </a:r>
            <a:endParaRPr lang="en-US" sz="1600" dirty="0"/>
          </a:p>
        </p:txBody>
      </p:sp>
      <p:sp>
        <p:nvSpPr>
          <p:cNvPr id="18" name="Text 16"/>
          <p:cNvSpPr/>
          <p:nvPr/>
        </p:nvSpPr>
        <p:spPr>
          <a:xfrm>
            <a:off x="6492240" y="3520440"/>
            <a:ext cx="2057400" cy="1371600"/>
          </a:xfrm>
          <a:prstGeom prst="rect">
            <a:avLst/>
          </a:prstGeom>
          <a:noFill/>
          <a:ln/>
        </p:spPr>
        <p:txBody>
          <a:bodyPr wrap="square" rtlCol="0" anchor="ctr"/>
          <a:lstStyle/>
          <a:p>
            <a:pPr marL="0" indent="0">
              <a:lnSpc>
                <a:spcPct val="125000"/>
              </a:lnSpc>
              <a:buNone/>
            </a:pPr>
            <a:r>
              <a:rPr lang="en-US" sz="1200" dirty="0">
                <a:solidFill>
                  <a:srgbClr val="A79FD1"/>
                </a:solidFill>
                <a:latin typeface="Calibri" pitchFamily="34" charset="0"/>
                <a:ea typeface="Calibri" pitchFamily="34" charset="-122"/>
                <a:cs typeface="Calibri" pitchFamily="34" charset="-120"/>
              </a:rPr>
              <a:t>Surface latent genre-like groupings in the catalog</a:t>
            </a:r>
            <a:endParaRPr lang="en-US" sz="1200" dirty="0"/>
          </a:p>
        </p:txBody>
      </p:sp>
      <p:sp>
        <p:nvSpPr>
          <p:cNvPr id="19" name="Shape 17"/>
          <p:cNvSpPr/>
          <p:nvPr/>
        </p:nvSpPr>
        <p:spPr>
          <a:xfrm>
            <a:off x="9052560" y="1828800"/>
            <a:ext cx="2606040" cy="3291840"/>
          </a:xfrm>
          <a:prstGeom prst="roundRect">
            <a:avLst>
              <a:gd name="adj" fmla="val 3509"/>
            </a:avLst>
          </a:prstGeom>
          <a:solidFill>
            <a:srgbClr val="231C4F"/>
          </a:solidFill>
          <a:ln/>
        </p:spPr>
        <p:txBody>
          <a:bodyPr/>
          <a:lstStyle/>
          <a:p>
            <a:endParaRPr lang="en-IN"/>
          </a:p>
        </p:txBody>
      </p:sp>
      <p:sp>
        <p:nvSpPr>
          <p:cNvPr id="20" name="Shape 18"/>
          <p:cNvSpPr/>
          <p:nvPr/>
        </p:nvSpPr>
        <p:spPr>
          <a:xfrm>
            <a:off x="9326880" y="2103120"/>
            <a:ext cx="548640" cy="548640"/>
          </a:xfrm>
          <a:prstGeom prst="ellipse">
            <a:avLst/>
          </a:prstGeom>
          <a:solidFill>
            <a:srgbClr val="6E5AE0">
              <a:alpha val="22000"/>
            </a:srgbClr>
          </a:solidFill>
          <a:ln/>
        </p:spPr>
        <p:txBody>
          <a:bodyPr/>
          <a:lstStyle/>
          <a:p>
            <a:endParaRPr lang="en-IN"/>
          </a:p>
        </p:txBody>
      </p:sp>
      <p:sp>
        <p:nvSpPr>
          <p:cNvPr id="21" name="Shape 19"/>
          <p:cNvSpPr/>
          <p:nvPr/>
        </p:nvSpPr>
        <p:spPr>
          <a:xfrm>
            <a:off x="9464040" y="2240280"/>
            <a:ext cx="274320" cy="274320"/>
          </a:xfrm>
          <a:prstGeom prst="ellipse">
            <a:avLst/>
          </a:prstGeom>
          <a:solidFill>
            <a:srgbClr val="6E5AE0"/>
          </a:solidFill>
          <a:ln/>
        </p:spPr>
        <p:txBody>
          <a:bodyPr/>
          <a:lstStyle/>
          <a:p>
            <a:endParaRPr lang="en-IN"/>
          </a:p>
        </p:txBody>
      </p:sp>
      <p:sp>
        <p:nvSpPr>
          <p:cNvPr id="22" name="Text 20"/>
          <p:cNvSpPr/>
          <p:nvPr/>
        </p:nvSpPr>
        <p:spPr>
          <a:xfrm>
            <a:off x="9326880" y="2880360"/>
            <a:ext cx="2057400" cy="6400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Mood Analysis</a:t>
            </a:r>
            <a:endParaRPr lang="en-US" sz="1600" dirty="0"/>
          </a:p>
        </p:txBody>
      </p:sp>
      <p:sp>
        <p:nvSpPr>
          <p:cNvPr id="23" name="Text 21"/>
          <p:cNvSpPr/>
          <p:nvPr/>
        </p:nvSpPr>
        <p:spPr>
          <a:xfrm>
            <a:off x="9326880" y="3520440"/>
            <a:ext cx="2057400" cy="1371600"/>
          </a:xfrm>
          <a:prstGeom prst="rect">
            <a:avLst/>
          </a:prstGeom>
          <a:noFill/>
          <a:ln/>
        </p:spPr>
        <p:txBody>
          <a:bodyPr wrap="square" rtlCol="0" anchor="ctr"/>
          <a:lstStyle/>
          <a:p>
            <a:pPr marL="0" indent="0">
              <a:lnSpc>
                <a:spcPct val="125000"/>
              </a:lnSpc>
              <a:buNone/>
            </a:pPr>
            <a:r>
              <a:rPr lang="en-US" sz="1200" dirty="0">
                <a:solidFill>
                  <a:srgbClr val="A79FD1"/>
                </a:solidFill>
                <a:latin typeface="Calibri" pitchFamily="34" charset="0"/>
                <a:ea typeface="Calibri" pitchFamily="34" charset="-122"/>
                <a:cs typeface="Calibri" pitchFamily="34" charset="-120"/>
              </a:rPr>
              <a:t>Tag tracks by emotional tone and energy</a:t>
            </a:r>
            <a:endParaRPr lang="en-US" sz="1200" dirty="0"/>
          </a:p>
        </p:txBody>
      </p:sp>
      <p:sp>
        <p:nvSpPr>
          <p:cNvPr id="24" name="Text 22"/>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13102B"/>
        </a:solidFill>
        <a:effectLst/>
      </p:bgPr>
    </p:bg>
    <p:spTree>
      <p:nvGrpSpPr>
        <p:cNvPr id="1" name=""/>
        <p:cNvGrpSpPr/>
        <p:nvPr/>
      </p:nvGrpSpPr>
      <p:grpSpPr>
        <a:xfrm>
          <a:off x="0" y="0"/>
          <a:ext cx="0" cy="0"/>
          <a:chOff x="0" y="0"/>
          <a:chExt cx="0" cy="0"/>
        </a:xfrm>
      </p:grpSpPr>
      <p:sp>
        <p:nvSpPr>
          <p:cNvPr id="2" name="Shape 0"/>
          <p:cNvSpPr/>
          <p:nvPr/>
        </p:nvSpPr>
        <p:spPr>
          <a:xfrm>
            <a:off x="9509760" y="-1463040"/>
            <a:ext cx="4114800" cy="4114800"/>
          </a:xfrm>
          <a:prstGeom prst="ellipse">
            <a:avLst/>
          </a:prstGeom>
          <a:solidFill>
            <a:srgbClr val="6E5AE0">
              <a:alpha val="20000"/>
            </a:srgbClr>
          </a:solidFill>
          <a:ln/>
        </p:spPr>
        <p:txBody>
          <a:bodyPr/>
          <a:lstStyle/>
          <a:p>
            <a:endParaRPr lang="en-IN"/>
          </a:p>
        </p:txBody>
      </p:sp>
      <p:sp>
        <p:nvSpPr>
          <p:cNvPr id="3" name="Shape 1"/>
          <p:cNvSpPr/>
          <p:nvPr/>
        </p:nvSpPr>
        <p:spPr>
          <a:xfrm>
            <a:off x="822960" y="5468238"/>
            <a:ext cx="149369" cy="676405"/>
          </a:xfrm>
          <a:prstGeom prst="rect">
            <a:avLst/>
          </a:prstGeom>
          <a:solidFill>
            <a:srgbClr val="3FE0D0">
              <a:alpha val="30000"/>
            </a:srgbClr>
          </a:solidFill>
          <a:ln/>
        </p:spPr>
        <p:txBody>
          <a:bodyPr/>
          <a:lstStyle/>
          <a:p>
            <a:endParaRPr lang="en-IN"/>
          </a:p>
        </p:txBody>
      </p:sp>
      <p:sp>
        <p:nvSpPr>
          <p:cNvPr id="4" name="Shape 2"/>
          <p:cNvSpPr/>
          <p:nvPr/>
        </p:nvSpPr>
        <p:spPr>
          <a:xfrm>
            <a:off x="1061951" y="5508881"/>
            <a:ext cx="149369" cy="595118"/>
          </a:xfrm>
          <a:prstGeom prst="rect">
            <a:avLst/>
          </a:prstGeom>
          <a:solidFill>
            <a:srgbClr val="3FE0D0">
              <a:alpha val="30000"/>
            </a:srgbClr>
          </a:solidFill>
          <a:ln/>
        </p:spPr>
        <p:txBody>
          <a:bodyPr/>
          <a:lstStyle/>
          <a:p>
            <a:endParaRPr lang="en-IN"/>
          </a:p>
        </p:txBody>
      </p:sp>
      <p:sp>
        <p:nvSpPr>
          <p:cNvPr id="5" name="Shape 3"/>
          <p:cNvSpPr/>
          <p:nvPr/>
        </p:nvSpPr>
        <p:spPr>
          <a:xfrm>
            <a:off x="1300942" y="5628133"/>
            <a:ext cx="149369" cy="356615"/>
          </a:xfrm>
          <a:prstGeom prst="rect">
            <a:avLst/>
          </a:prstGeom>
          <a:solidFill>
            <a:srgbClr val="3FE0D0">
              <a:alpha val="30000"/>
            </a:srgbClr>
          </a:solidFill>
          <a:ln/>
        </p:spPr>
        <p:txBody>
          <a:bodyPr/>
          <a:lstStyle/>
          <a:p>
            <a:endParaRPr lang="en-IN"/>
          </a:p>
        </p:txBody>
      </p:sp>
      <p:sp>
        <p:nvSpPr>
          <p:cNvPr id="6" name="Shape 4"/>
          <p:cNvSpPr/>
          <p:nvPr/>
        </p:nvSpPr>
        <p:spPr>
          <a:xfrm>
            <a:off x="1539933" y="5618584"/>
            <a:ext cx="149369" cy="375712"/>
          </a:xfrm>
          <a:prstGeom prst="rect">
            <a:avLst/>
          </a:prstGeom>
          <a:solidFill>
            <a:srgbClr val="3FE0D0">
              <a:alpha val="30000"/>
            </a:srgbClr>
          </a:solidFill>
          <a:ln/>
        </p:spPr>
        <p:txBody>
          <a:bodyPr/>
          <a:lstStyle/>
          <a:p>
            <a:endParaRPr lang="en-IN"/>
          </a:p>
        </p:txBody>
      </p:sp>
      <p:sp>
        <p:nvSpPr>
          <p:cNvPr id="7" name="Shape 5"/>
          <p:cNvSpPr/>
          <p:nvPr/>
        </p:nvSpPr>
        <p:spPr>
          <a:xfrm>
            <a:off x="1778924" y="5674840"/>
            <a:ext cx="149369" cy="263200"/>
          </a:xfrm>
          <a:prstGeom prst="rect">
            <a:avLst/>
          </a:prstGeom>
          <a:solidFill>
            <a:srgbClr val="3FE0D0">
              <a:alpha val="30000"/>
            </a:srgbClr>
          </a:solidFill>
          <a:ln/>
        </p:spPr>
        <p:txBody>
          <a:bodyPr/>
          <a:lstStyle/>
          <a:p>
            <a:endParaRPr lang="en-IN"/>
          </a:p>
        </p:txBody>
      </p:sp>
      <p:sp>
        <p:nvSpPr>
          <p:cNvPr id="8" name="Shape 6"/>
          <p:cNvSpPr/>
          <p:nvPr/>
        </p:nvSpPr>
        <p:spPr>
          <a:xfrm>
            <a:off x="2017915" y="5500277"/>
            <a:ext cx="149369" cy="612326"/>
          </a:xfrm>
          <a:prstGeom prst="rect">
            <a:avLst/>
          </a:prstGeom>
          <a:solidFill>
            <a:srgbClr val="3FE0D0">
              <a:alpha val="30000"/>
            </a:srgbClr>
          </a:solidFill>
          <a:ln/>
        </p:spPr>
        <p:txBody>
          <a:bodyPr/>
          <a:lstStyle/>
          <a:p>
            <a:endParaRPr lang="en-IN"/>
          </a:p>
        </p:txBody>
      </p:sp>
      <p:sp>
        <p:nvSpPr>
          <p:cNvPr id="9" name="Shape 7"/>
          <p:cNvSpPr/>
          <p:nvPr/>
        </p:nvSpPr>
        <p:spPr>
          <a:xfrm>
            <a:off x="2256905" y="5402419"/>
            <a:ext cx="149369" cy="808041"/>
          </a:xfrm>
          <a:prstGeom prst="rect">
            <a:avLst/>
          </a:prstGeom>
          <a:solidFill>
            <a:srgbClr val="3FE0D0">
              <a:alpha val="30000"/>
            </a:srgbClr>
          </a:solidFill>
          <a:ln/>
        </p:spPr>
        <p:txBody>
          <a:bodyPr/>
          <a:lstStyle/>
          <a:p>
            <a:endParaRPr lang="en-IN"/>
          </a:p>
        </p:txBody>
      </p:sp>
      <p:sp>
        <p:nvSpPr>
          <p:cNvPr id="10" name="Shape 8"/>
          <p:cNvSpPr/>
          <p:nvPr/>
        </p:nvSpPr>
        <p:spPr>
          <a:xfrm>
            <a:off x="2495896" y="5605430"/>
            <a:ext cx="149369" cy="402020"/>
          </a:xfrm>
          <a:prstGeom prst="rect">
            <a:avLst/>
          </a:prstGeom>
          <a:solidFill>
            <a:srgbClr val="3FE0D0">
              <a:alpha val="30000"/>
            </a:srgbClr>
          </a:solidFill>
          <a:ln/>
        </p:spPr>
        <p:txBody>
          <a:bodyPr/>
          <a:lstStyle/>
          <a:p>
            <a:endParaRPr lang="en-IN"/>
          </a:p>
        </p:txBody>
      </p:sp>
      <p:sp>
        <p:nvSpPr>
          <p:cNvPr id="11" name="Shape 9"/>
          <p:cNvSpPr/>
          <p:nvPr/>
        </p:nvSpPr>
        <p:spPr>
          <a:xfrm>
            <a:off x="2734887" y="5603578"/>
            <a:ext cx="149369" cy="405724"/>
          </a:xfrm>
          <a:prstGeom prst="rect">
            <a:avLst/>
          </a:prstGeom>
          <a:solidFill>
            <a:srgbClr val="3FE0D0">
              <a:alpha val="30000"/>
            </a:srgbClr>
          </a:solidFill>
          <a:ln/>
        </p:spPr>
        <p:txBody>
          <a:bodyPr/>
          <a:lstStyle/>
          <a:p>
            <a:endParaRPr lang="en-IN"/>
          </a:p>
        </p:txBody>
      </p:sp>
      <p:sp>
        <p:nvSpPr>
          <p:cNvPr id="12" name="Shape 10"/>
          <p:cNvSpPr/>
          <p:nvPr/>
        </p:nvSpPr>
        <p:spPr>
          <a:xfrm>
            <a:off x="2973878" y="5607705"/>
            <a:ext cx="149369" cy="397469"/>
          </a:xfrm>
          <a:prstGeom prst="rect">
            <a:avLst/>
          </a:prstGeom>
          <a:solidFill>
            <a:srgbClr val="3FE0D0">
              <a:alpha val="30000"/>
            </a:srgbClr>
          </a:solidFill>
          <a:ln/>
        </p:spPr>
        <p:txBody>
          <a:bodyPr/>
          <a:lstStyle/>
          <a:p>
            <a:endParaRPr lang="en-IN"/>
          </a:p>
        </p:txBody>
      </p:sp>
      <p:sp>
        <p:nvSpPr>
          <p:cNvPr id="13" name="Shape 11"/>
          <p:cNvSpPr/>
          <p:nvPr/>
        </p:nvSpPr>
        <p:spPr>
          <a:xfrm>
            <a:off x="3212869" y="5593716"/>
            <a:ext cx="149369" cy="425447"/>
          </a:xfrm>
          <a:prstGeom prst="rect">
            <a:avLst/>
          </a:prstGeom>
          <a:solidFill>
            <a:srgbClr val="3FE0D0">
              <a:alpha val="30000"/>
            </a:srgbClr>
          </a:solidFill>
          <a:ln/>
        </p:spPr>
        <p:txBody>
          <a:bodyPr/>
          <a:lstStyle/>
          <a:p>
            <a:endParaRPr lang="en-IN"/>
          </a:p>
        </p:txBody>
      </p:sp>
      <p:sp>
        <p:nvSpPr>
          <p:cNvPr id="14" name="Shape 12"/>
          <p:cNvSpPr/>
          <p:nvPr/>
        </p:nvSpPr>
        <p:spPr>
          <a:xfrm>
            <a:off x="3451860" y="5481116"/>
            <a:ext cx="149369" cy="650649"/>
          </a:xfrm>
          <a:prstGeom prst="rect">
            <a:avLst/>
          </a:prstGeom>
          <a:solidFill>
            <a:srgbClr val="3FE0D0">
              <a:alpha val="30000"/>
            </a:srgbClr>
          </a:solidFill>
          <a:ln/>
        </p:spPr>
        <p:txBody>
          <a:bodyPr/>
          <a:lstStyle/>
          <a:p>
            <a:endParaRPr lang="en-IN"/>
          </a:p>
        </p:txBody>
      </p:sp>
      <p:sp>
        <p:nvSpPr>
          <p:cNvPr id="15" name="Shape 13"/>
          <p:cNvSpPr/>
          <p:nvPr/>
        </p:nvSpPr>
        <p:spPr>
          <a:xfrm>
            <a:off x="3690851" y="5548122"/>
            <a:ext cx="149369" cy="516636"/>
          </a:xfrm>
          <a:prstGeom prst="rect">
            <a:avLst/>
          </a:prstGeom>
          <a:solidFill>
            <a:srgbClr val="3FE0D0">
              <a:alpha val="30000"/>
            </a:srgbClr>
          </a:solidFill>
          <a:ln/>
        </p:spPr>
        <p:txBody>
          <a:bodyPr/>
          <a:lstStyle/>
          <a:p>
            <a:endParaRPr lang="en-IN"/>
          </a:p>
        </p:txBody>
      </p:sp>
      <p:sp>
        <p:nvSpPr>
          <p:cNvPr id="16" name="Shape 14"/>
          <p:cNvSpPr/>
          <p:nvPr/>
        </p:nvSpPr>
        <p:spPr>
          <a:xfrm>
            <a:off x="3929842" y="5574503"/>
            <a:ext cx="149369" cy="463875"/>
          </a:xfrm>
          <a:prstGeom prst="rect">
            <a:avLst/>
          </a:prstGeom>
          <a:solidFill>
            <a:srgbClr val="3FE0D0">
              <a:alpha val="30000"/>
            </a:srgbClr>
          </a:solidFill>
          <a:ln/>
        </p:spPr>
        <p:txBody>
          <a:bodyPr/>
          <a:lstStyle/>
          <a:p>
            <a:endParaRPr lang="en-IN"/>
          </a:p>
        </p:txBody>
      </p:sp>
      <p:sp>
        <p:nvSpPr>
          <p:cNvPr id="17" name="Shape 15"/>
          <p:cNvSpPr/>
          <p:nvPr/>
        </p:nvSpPr>
        <p:spPr>
          <a:xfrm>
            <a:off x="4168833" y="5436991"/>
            <a:ext cx="149369" cy="738897"/>
          </a:xfrm>
          <a:prstGeom prst="rect">
            <a:avLst/>
          </a:prstGeom>
          <a:solidFill>
            <a:srgbClr val="3FE0D0">
              <a:alpha val="30000"/>
            </a:srgbClr>
          </a:solidFill>
          <a:ln/>
        </p:spPr>
        <p:txBody>
          <a:bodyPr/>
          <a:lstStyle/>
          <a:p>
            <a:endParaRPr lang="en-IN"/>
          </a:p>
        </p:txBody>
      </p:sp>
      <p:sp>
        <p:nvSpPr>
          <p:cNvPr id="18" name="Shape 16"/>
          <p:cNvSpPr/>
          <p:nvPr/>
        </p:nvSpPr>
        <p:spPr>
          <a:xfrm>
            <a:off x="4407824" y="5562491"/>
            <a:ext cx="149369" cy="487898"/>
          </a:xfrm>
          <a:prstGeom prst="rect">
            <a:avLst/>
          </a:prstGeom>
          <a:solidFill>
            <a:srgbClr val="3FE0D0">
              <a:alpha val="30000"/>
            </a:srgbClr>
          </a:solidFill>
          <a:ln/>
        </p:spPr>
        <p:txBody>
          <a:bodyPr/>
          <a:lstStyle/>
          <a:p>
            <a:endParaRPr lang="en-IN"/>
          </a:p>
        </p:txBody>
      </p:sp>
      <p:sp>
        <p:nvSpPr>
          <p:cNvPr id="19" name="Shape 17"/>
          <p:cNvSpPr/>
          <p:nvPr/>
        </p:nvSpPr>
        <p:spPr>
          <a:xfrm>
            <a:off x="4646815" y="5657252"/>
            <a:ext cx="149369" cy="298377"/>
          </a:xfrm>
          <a:prstGeom prst="rect">
            <a:avLst/>
          </a:prstGeom>
          <a:solidFill>
            <a:srgbClr val="3FE0D0">
              <a:alpha val="30000"/>
            </a:srgbClr>
          </a:solidFill>
          <a:ln/>
        </p:spPr>
        <p:txBody>
          <a:bodyPr/>
          <a:lstStyle/>
          <a:p>
            <a:endParaRPr lang="en-IN"/>
          </a:p>
        </p:txBody>
      </p:sp>
      <p:sp>
        <p:nvSpPr>
          <p:cNvPr id="20" name="Shape 18"/>
          <p:cNvSpPr/>
          <p:nvPr/>
        </p:nvSpPr>
        <p:spPr>
          <a:xfrm>
            <a:off x="4885805" y="5643772"/>
            <a:ext cx="149369" cy="325336"/>
          </a:xfrm>
          <a:prstGeom prst="rect">
            <a:avLst/>
          </a:prstGeom>
          <a:solidFill>
            <a:srgbClr val="3FE0D0">
              <a:alpha val="30000"/>
            </a:srgbClr>
          </a:solidFill>
          <a:ln/>
        </p:spPr>
        <p:txBody>
          <a:bodyPr/>
          <a:lstStyle/>
          <a:p>
            <a:endParaRPr lang="en-IN"/>
          </a:p>
        </p:txBody>
      </p:sp>
      <p:sp>
        <p:nvSpPr>
          <p:cNvPr id="21" name="Shape 19"/>
          <p:cNvSpPr/>
          <p:nvPr/>
        </p:nvSpPr>
        <p:spPr>
          <a:xfrm>
            <a:off x="5124796" y="5641440"/>
            <a:ext cx="149369" cy="329999"/>
          </a:xfrm>
          <a:prstGeom prst="rect">
            <a:avLst/>
          </a:prstGeom>
          <a:solidFill>
            <a:srgbClr val="3FE0D0">
              <a:alpha val="30000"/>
            </a:srgbClr>
          </a:solidFill>
          <a:ln/>
        </p:spPr>
        <p:txBody>
          <a:bodyPr/>
          <a:lstStyle/>
          <a:p>
            <a:endParaRPr lang="en-IN"/>
          </a:p>
        </p:txBody>
      </p:sp>
      <p:sp>
        <p:nvSpPr>
          <p:cNvPr id="22" name="Shape 20"/>
          <p:cNvSpPr/>
          <p:nvPr/>
        </p:nvSpPr>
        <p:spPr>
          <a:xfrm>
            <a:off x="5363787" y="5427119"/>
            <a:ext cx="149369" cy="758642"/>
          </a:xfrm>
          <a:prstGeom prst="rect">
            <a:avLst/>
          </a:prstGeom>
          <a:solidFill>
            <a:srgbClr val="3FE0D0">
              <a:alpha val="30000"/>
            </a:srgbClr>
          </a:solidFill>
          <a:ln/>
        </p:spPr>
        <p:txBody>
          <a:bodyPr/>
          <a:lstStyle/>
          <a:p>
            <a:endParaRPr lang="en-IN"/>
          </a:p>
        </p:txBody>
      </p:sp>
      <p:sp>
        <p:nvSpPr>
          <p:cNvPr id="23" name="Shape 21"/>
          <p:cNvSpPr/>
          <p:nvPr/>
        </p:nvSpPr>
        <p:spPr>
          <a:xfrm>
            <a:off x="5602778" y="5459633"/>
            <a:ext cx="149369" cy="693614"/>
          </a:xfrm>
          <a:prstGeom prst="rect">
            <a:avLst/>
          </a:prstGeom>
          <a:solidFill>
            <a:srgbClr val="3FE0D0">
              <a:alpha val="30000"/>
            </a:srgbClr>
          </a:solidFill>
          <a:ln/>
        </p:spPr>
        <p:txBody>
          <a:bodyPr/>
          <a:lstStyle/>
          <a:p>
            <a:endParaRPr lang="en-IN"/>
          </a:p>
        </p:txBody>
      </p:sp>
      <p:sp>
        <p:nvSpPr>
          <p:cNvPr id="24" name="Shape 22"/>
          <p:cNvSpPr/>
          <p:nvPr/>
        </p:nvSpPr>
        <p:spPr>
          <a:xfrm>
            <a:off x="5841769" y="5687808"/>
            <a:ext cx="149369" cy="237264"/>
          </a:xfrm>
          <a:prstGeom prst="rect">
            <a:avLst/>
          </a:prstGeom>
          <a:solidFill>
            <a:srgbClr val="3FE0D0">
              <a:alpha val="30000"/>
            </a:srgbClr>
          </a:solidFill>
          <a:ln/>
        </p:spPr>
        <p:txBody>
          <a:bodyPr/>
          <a:lstStyle/>
          <a:p>
            <a:endParaRPr lang="en-IN"/>
          </a:p>
        </p:txBody>
      </p:sp>
      <p:sp>
        <p:nvSpPr>
          <p:cNvPr id="25" name="Shape 23"/>
          <p:cNvSpPr/>
          <p:nvPr/>
        </p:nvSpPr>
        <p:spPr>
          <a:xfrm>
            <a:off x="6080760" y="5561153"/>
            <a:ext cx="149369" cy="490573"/>
          </a:xfrm>
          <a:prstGeom prst="rect">
            <a:avLst/>
          </a:prstGeom>
          <a:solidFill>
            <a:srgbClr val="3FE0D0">
              <a:alpha val="30000"/>
            </a:srgbClr>
          </a:solidFill>
          <a:ln/>
        </p:spPr>
        <p:txBody>
          <a:bodyPr/>
          <a:lstStyle/>
          <a:p>
            <a:endParaRPr lang="en-IN"/>
          </a:p>
        </p:txBody>
      </p:sp>
      <p:sp>
        <p:nvSpPr>
          <p:cNvPr id="26" name="Shape 24"/>
          <p:cNvSpPr/>
          <p:nvPr/>
        </p:nvSpPr>
        <p:spPr>
          <a:xfrm>
            <a:off x="6319751" y="5604089"/>
            <a:ext cx="149369" cy="404701"/>
          </a:xfrm>
          <a:prstGeom prst="rect">
            <a:avLst/>
          </a:prstGeom>
          <a:solidFill>
            <a:srgbClr val="3FE0D0">
              <a:alpha val="30000"/>
            </a:srgbClr>
          </a:solidFill>
          <a:ln/>
        </p:spPr>
        <p:txBody>
          <a:bodyPr/>
          <a:lstStyle/>
          <a:p>
            <a:endParaRPr lang="en-IN"/>
          </a:p>
        </p:txBody>
      </p:sp>
      <p:sp>
        <p:nvSpPr>
          <p:cNvPr id="27" name="Shape 25"/>
          <p:cNvSpPr/>
          <p:nvPr/>
        </p:nvSpPr>
        <p:spPr>
          <a:xfrm>
            <a:off x="6558742" y="5560138"/>
            <a:ext cx="149369" cy="492604"/>
          </a:xfrm>
          <a:prstGeom prst="rect">
            <a:avLst/>
          </a:prstGeom>
          <a:solidFill>
            <a:srgbClr val="3FE0D0">
              <a:alpha val="30000"/>
            </a:srgbClr>
          </a:solidFill>
          <a:ln/>
        </p:spPr>
        <p:txBody>
          <a:bodyPr/>
          <a:lstStyle/>
          <a:p>
            <a:endParaRPr lang="en-IN"/>
          </a:p>
        </p:txBody>
      </p:sp>
      <p:sp>
        <p:nvSpPr>
          <p:cNvPr id="28" name="Shape 26"/>
          <p:cNvSpPr/>
          <p:nvPr/>
        </p:nvSpPr>
        <p:spPr>
          <a:xfrm>
            <a:off x="6797733" y="5491513"/>
            <a:ext cx="149369" cy="629853"/>
          </a:xfrm>
          <a:prstGeom prst="rect">
            <a:avLst/>
          </a:prstGeom>
          <a:solidFill>
            <a:srgbClr val="3FE0D0">
              <a:alpha val="30000"/>
            </a:srgbClr>
          </a:solidFill>
          <a:ln/>
        </p:spPr>
        <p:txBody>
          <a:bodyPr/>
          <a:lstStyle/>
          <a:p>
            <a:endParaRPr lang="en-IN"/>
          </a:p>
        </p:txBody>
      </p:sp>
      <p:sp>
        <p:nvSpPr>
          <p:cNvPr id="29" name="Shape 27"/>
          <p:cNvSpPr/>
          <p:nvPr/>
        </p:nvSpPr>
        <p:spPr>
          <a:xfrm>
            <a:off x="7036724" y="5663519"/>
            <a:ext cx="149369" cy="285842"/>
          </a:xfrm>
          <a:prstGeom prst="rect">
            <a:avLst/>
          </a:prstGeom>
          <a:solidFill>
            <a:srgbClr val="3FE0D0">
              <a:alpha val="30000"/>
            </a:srgbClr>
          </a:solidFill>
          <a:ln/>
        </p:spPr>
        <p:txBody>
          <a:bodyPr/>
          <a:lstStyle/>
          <a:p>
            <a:endParaRPr lang="en-IN"/>
          </a:p>
        </p:txBody>
      </p:sp>
      <p:sp>
        <p:nvSpPr>
          <p:cNvPr id="30" name="Shape 28"/>
          <p:cNvSpPr/>
          <p:nvPr/>
        </p:nvSpPr>
        <p:spPr>
          <a:xfrm>
            <a:off x="7275715" y="5471692"/>
            <a:ext cx="149369" cy="669497"/>
          </a:xfrm>
          <a:prstGeom prst="rect">
            <a:avLst/>
          </a:prstGeom>
          <a:solidFill>
            <a:srgbClr val="3FE0D0">
              <a:alpha val="30000"/>
            </a:srgbClr>
          </a:solidFill>
          <a:ln/>
        </p:spPr>
        <p:txBody>
          <a:bodyPr/>
          <a:lstStyle/>
          <a:p>
            <a:endParaRPr lang="en-IN"/>
          </a:p>
        </p:txBody>
      </p:sp>
      <p:sp>
        <p:nvSpPr>
          <p:cNvPr id="31" name="Shape 29"/>
          <p:cNvSpPr/>
          <p:nvPr/>
        </p:nvSpPr>
        <p:spPr>
          <a:xfrm>
            <a:off x="7514705" y="5456071"/>
            <a:ext cx="149369" cy="700737"/>
          </a:xfrm>
          <a:prstGeom prst="rect">
            <a:avLst/>
          </a:prstGeom>
          <a:solidFill>
            <a:srgbClr val="3FE0D0">
              <a:alpha val="30000"/>
            </a:srgbClr>
          </a:solidFill>
          <a:ln/>
        </p:spPr>
        <p:txBody>
          <a:bodyPr/>
          <a:lstStyle/>
          <a:p>
            <a:endParaRPr lang="en-IN"/>
          </a:p>
        </p:txBody>
      </p:sp>
      <p:sp>
        <p:nvSpPr>
          <p:cNvPr id="32" name="Shape 30"/>
          <p:cNvSpPr/>
          <p:nvPr/>
        </p:nvSpPr>
        <p:spPr>
          <a:xfrm>
            <a:off x="7753696" y="5626398"/>
            <a:ext cx="149369" cy="360085"/>
          </a:xfrm>
          <a:prstGeom prst="rect">
            <a:avLst/>
          </a:prstGeom>
          <a:solidFill>
            <a:srgbClr val="3FE0D0">
              <a:alpha val="30000"/>
            </a:srgbClr>
          </a:solidFill>
          <a:ln/>
        </p:spPr>
        <p:txBody>
          <a:bodyPr/>
          <a:lstStyle/>
          <a:p>
            <a:endParaRPr lang="en-IN"/>
          </a:p>
        </p:txBody>
      </p:sp>
      <p:sp>
        <p:nvSpPr>
          <p:cNvPr id="33" name="Shape 31"/>
          <p:cNvSpPr/>
          <p:nvPr/>
        </p:nvSpPr>
        <p:spPr>
          <a:xfrm>
            <a:off x="7992687" y="5680315"/>
            <a:ext cx="149369" cy="252250"/>
          </a:xfrm>
          <a:prstGeom prst="rect">
            <a:avLst/>
          </a:prstGeom>
          <a:solidFill>
            <a:srgbClr val="3FE0D0">
              <a:alpha val="30000"/>
            </a:srgbClr>
          </a:solidFill>
          <a:ln/>
        </p:spPr>
        <p:txBody>
          <a:bodyPr/>
          <a:lstStyle/>
          <a:p>
            <a:endParaRPr lang="en-IN"/>
          </a:p>
        </p:txBody>
      </p:sp>
      <p:sp>
        <p:nvSpPr>
          <p:cNvPr id="34" name="Shape 32"/>
          <p:cNvSpPr/>
          <p:nvPr/>
        </p:nvSpPr>
        <p:spPr>
          <a:xfrm>
            <a:off x="8231678" y="5687596"/>
            <a:ext cx="149369" cy="237689"/>
          </a:xfrm>
          <a:prstGeom prst="rect">
            <a:avLst/>
          </a:prstGeom>
          <a:solidFill>
            <a:srgbClr val="3FE0D0">
              <a:alpha val="30000"/>
            </a:srgbClr>
          </a:solidFill>
          <a:ln/>
        </p:spPr>
        <p:txBody>
          <a:bodyPr/>
          <a:lstStyle/>
          <a:p>
            <a:endParaRPr lang="en-IN"/>
          </a:p>
        </p:txBody>
      </p:sp>
      <p:sp>
        <p:nvSpPr>
          <p:cNvPr id="35" name="Shape 33"/>
          <p:cNvSpPr/>
          <p:nvPr/>
        </p:nvSpPr>
        <p:spPr>
          <a:xfrm>
            <a:off x="8470669" y="5547534"/>
            <a:ext cx="149369" cy="517813"/>
          </a:xfrm>
          <a:prstGeom prst="rect">
            <a:avLst/>
          </a:prstGeom>
          <a:solidFill>
            <a:srgbClr val="3FE0D0">
              <a:alpha val="30000"/>
            </a:srgbClr>
          </a:solidFill>
          <a:ln/>
        </p:spPr>
        <p:txBody>
          <a:bodyPr/>
          <a:lstStyle/>
          <a:p>
            <a:endParaRPr lang="en-IN"/>
          </a:p>
        </p:txBody>
      </p:sp>
      <p:sp>
        <p:nvSpPr>
          <p:cNvPr id="36" name="Shape 34"/>
          <p:cNvSpPr/>
          <p:nvPr/>
        </p:nvSpPr>
        <p:spPr>
          <a:xfrm>
            <a:off x="8709660" y="5403659"/>
            <a:ext cx="149369" cy="805562"/>
          </a:xfrm>
          <a:prstGeom prst="rect">
            <a:avLst/>
          </a:prstGeom>
          <a:solidFill>
            <a:srgbClr val="3FE0D0">
              <a:alpha val="30000"/>
            </a:srgbClr>
          </a:solidFill>
          <a:ln/>
        </p:spPr>
        <p:txBody>
          <a:bodyPr/>
          <a:lstStyle/>
          <a:p>
            <a:endParaRPr lang="en-IN"/>
          </a:p>
        </p:txBody>
      </p:sp>
      <p:sp>
        <p:nvSpPr>
          <p:cNvPr id="37" name="Shape 35"/>
          <p:cNvSpPr/>
          <p:nvPr/>
        </p:nvSpPr>
        <p:spPr>
          <a:xfrm>
            <a:off x="8948651" y="5561601"/>
            <a:ext cx="149369" cy="489677"/>
          </a:xfrm>
          <a:prstGeom prst="rect">
            <a:avLst/>
          </a:prstGeom>
          <a:solidFill>
            <a:srgbClr val="3FE0D0">
              <a:alpha val="30000"/>
            </a:srgbClr>
          </a:solidFill>
          <a:ln/>
        </p:spPr>
        <p:txBody>
          <a:bodyPr/>
          <a:lstStyle/>
          <a:p>
            <a:endParaRPr lang="en-IN"/>
          </a:p>
        </p:txBody>
      </p:sp>
      <p:sp>
        <p:nvSpPr>
          <p:cNvPr id="38" name="Shape 36"/>
          <p:cNvSpPr/>
          <p:nvPr/>
        </p:nvSpPr>
        <p:spPr>
          <a:xfrm>
            <a:off x="9187642" y="5588178"/>
            <a:ext cx="149369" cy="436524"/>
          </a:xfrm>
          <a:prstGeom prst="rect">
            <a:avLst/>
          </a:prstGeom>
          <a:solidFill>
            <a:srgbClr val="3FE0D0">
              <a:alpha val="30000"/>
            </a:srgbClr>
          </a:solidFill>
          <a:ln/>
        </p:spPr>
        <p:txBody>
          <a:bodyPr/>
          <a:lstStyle/>
          <a:p>
            <a:endParaRPr lang="en-IN"/>
          </a:p>
        </p:txBody>
      </p:sp>
      <p:sp>
        <p:nvSpPr>
          <p:cNvPr id="39" name="Shape 37"/>
          <p:cNvSpPr/>
          <p:nvPr/>
        </p:nvSpPr>
        <p:spPr>
          <a:xfrm>
            <a:off x="9426633" y="5548411"/>
            <a:ext cx="149369" cy="516058"/>
          </a:xfrm>
          <a:prstGeom prst="rect">
            <a:avLst/>
          </a:prstGeom>
          <a:solidFill>
            <a:srgbClr val="3FE0D0">
              <a:alpha val="30000"/>
            </a:srgbClr>
          </a:solidFill>
          <a:ln/>
        </p:spPr>
        <p:txBody>
          <a:bodyPr/>
          <a:lstStyle/>
          <a:p>
            <a:endParaRPr lang="en-IN"/>
          </a:p>
        </p:txBody>
      </p:sp>
      <p:sp>
        <p:nvSpPr>
          <p:cNvPr id="40" name="Shape 38"/>
          <p:cNvSpPr/>
          <p:nvPr/>
        </p:nvSpPr>
        <p:spPr>
          <a:xfrm>
            <a:off x="9665624" y="5601464"/>
            <a:ext cx="149369" cy="409952"/>
          </a:xfrm>
          <a:prstGeom prst="rect">
            <a:avLst/>
          </a:prstGeom>
          <a:solidFill>
            <a:srgbClr val="3FE0D0">
              <a:alpha val="30000"/>
            </a:srgbClr>
          </a:solidFill>
          <a:ln/>
        </p:spPr>
        <p:txBody>
          <a:bodyPr/>
          <a:lstStyle/>
          <a:p>
            <a:endParaRPr lang="en-IN"/>
          </a:p>
        </p:txBody>
      </p:sp>
      <p:sp>
        <p:nvSpPr>
          <p:cNvPr id="41" name="Shape 39"/>
          <p:cNvSpPr/>
          <p:nvPr/>
        </p:nvSpPr>
        <p:spPr>
          <a:xfrm>
            <a:off x="9904615" y="5537660"/>
            <a:ext cx="149369" cy="537561"/>
          </a:xfrm>
          <a:prstGeom prst="rect">
            <a:avLst/>
          </a:prstGeom>
          <a:solidFill>
            <a:srgbClr val="3FE0D0">
              <a:alpha val="30000"/>
            </a:srgbClr>
          </a:solidFill>
          <a:ln/>
        </p:spPr>
        <p:txBody>
          <a:bodyPr/>
          <a:lstStyle/>
          <a:p>
            <a:endParaRPr lang="en-IN"/>
          </a:p>
        </p:txBody>
      </p:sp>
      <p:sp>
        <p:nvSpPr>
          <p:cNvPr id="42" name="Shape 40"/>
          <p:cNvSpPr/>
          <p:nvPr/>
        </p:nvSpPr>
        <p:spPr>
          <a:xfrm>
            <a:off x="10143605" y="5544964"/>
            <a:ext cx="149369" cy="522952"/>
          </a:xfrm>
          <a:prstGeom prst="rect">
            <a:avLst/>
          </a:prstGeom>
          <a:solidFill>
            <a:srgbClr val="3FE0D0">
              <a:alpha val="30000"/>
            </a:srgbClr>
          </a:solidFill>
          <a:ln/>
        </p:spPr>
        <p:txBody>
          <a:bodyPr/>
          <a:lstStyle/>
          <a:p>
            <a:endParaRPr lang="en-IN"/>
          </a:p>
        </p:txBody>
      </p:sp>
      <p:sp>
        <p:nvSpPr>
          <p:cNvPr id="43" name="Shape 41"/>
          <p:cNvSpPr/>
          <p:nvPr/>
        </p:nvSpPr>
        <p:spPr>
          <a:xfrm>
            <a:off x="10382596" y="5614855"/>
            <a:ext cx="149369" cy="383170"/>
          </a:xfrm>
          <a:prstGeom prst="rect">
            <a:avLst/>
          </a:prstGeom>
          <a:solidFill>
            <a:srgbClr val="3FE0D0">
              <a:alpha val="30000"/>
            </a:srgbClr>
          </a:solidFill>
          <a:ln/>
        </p:spPr>
        <p:txBody>
          <a:bodyPr/>
          <a:lstStyle/>
          <a:p>
            <a:endParaRPr lang="en-IN"/>
          </a:p>
        </p:txBody>
      </p:sp>
      <p:sp>
        <p:nvSpPr>
          <p:cNvPr id="44" name="Shape 42"/>
          <p:cNvSpPr/>
          <p:nvPr/>
        </p:nvSpPr>
        <p:spPr>
          <a:xfrm>
            <a:off x="10621587" y="5415303"/>
            <a:ext cx="149369" cy="782273"/>
          </a:xfrm>
          <a:prstGeom prst="rect">
            <a:avLst/>
          </a:prstGeom>
          <a:solidFill>
            <a:srgbClr val="3FE0D0">
              <a:alpha val="30000"/>
            </a:srgbClr>
          </a:solidFill>
          <a:ln/>
        </p:spPr>
        <p:txBody>
          <a:bodyPr/>
          <a:lstStyle/>
          <a:p>
            <a:endParaRPr lang="en-IN"/>
          </a:p>
        </p:txBody>
      </p:sp>
      <p:sp>
        <p:nvSpPr>
          <p:cNvPr id="45" name="Shape 43"/>
          <p:cNvSpPr/>
          <p:nvPr/>
        </p:nvSpPr>
        <p:spPr>
          <a:xfrm>
            <a:off x="10860578" y="5516276"/>
            <a:ext cx="149369" cy="580327"/>
          </a:xfrm>
          <a:prstGeom prst="rect">
            <a:avLst/>
          </a:prstGeom>
          <a:solidFill>
            <a:srgbClr val="3FE0D0">
              <a:alpha val="30000"/>
            </a:srgbClr>
          </a:solidFill>
          <a:ln/>
        </p:spPr>
        <p:txBody>
          <a:bodyPr/>
          <a:lstStyle/>
          <a:p>
            <a:endParaRPr lang="en-IN"/>
          </a:p>
        </p:txBody>
      </p:sp>
      <p:sp>
        <p:nvSpPr>
          <p:cNvPr id="46" name="Shape 44"/>
          <p:cNvSpPr/>
          <p:nvPr/>
        </p:nvSpPr>
        <p:spPr>
          <a:xfrm>
            <a:off x="11099569" y="5686361"/>
            <a:ext cx="149369" cy="240158"/>
          </a:xfrm>
          <a:prstGeom prst="rect">
            <a:avLst/>
          </a:prstGeom>
          <a:solidFill>
            <a:srgbClr val="3FE0D0">
              <a:alpha val="30000"/>
            </a:srgbClr>
          </a:solidFill>
          <a:ln/>
        </p:spPr>
        <p:txBody>
          <a:bodyPr/>
          <a:lstStyle/>
          <a:p>
            <a:endParaRPr lang="en-IN"/>
          </a:p>
        </p:txBody>
      </p:sp>
      <p:sp>
        <p:nvSpPr>
          <p:cNvPr id="47" name="Text 45"/>
          <p:cNvSpPr/>
          <p:nvPr/>
        </p:nvSpPr>
        <p:spPr>
          <a:xfrm>
            <a:off x="822960" y="822960"/>
            <a:ext cx="5486400" cy="365760"/>
          </a:xfrm>
          <a:prstGeom prst="rect">
            <a:avLst/>
          </a:prstGeom>
          <a:noFill/>
          <a:ln/>
        </p:spPr>
        <p:txBody>
          <a:bodyPr wrap="square" rtlCol="0" anchor="ctr"/>
          <a:lstStyle/>
          <a:p>
            <a:pPr marL="0" indent="0">
              <a:buNone/>
            </a:pPr>
            <a:r>
              <a:rPr lang="en-US" sz="1200" b="1" kern="0" spc="300" dirty="0">
                <a:solidFill>
                  <a:srgbClr val="FF9900"/>
                </a:solidFill>
                <a:latin typeface="Calibri" pitchFamily="34" charset="0"/>
                <a:ea typeface="Calibri" pitchFamily="34" charset="-122"/>
                <a:cs typeface="Calibri" pitchFamily="34" charset="-120"/>
              </a:rPr>
              <a:t>REPORT CONCLUSION</a:t>
            </a:r>
            <a:endParaRPr lang="en-US" sz="1200" dirty="0"/>
          </a:p>
        </p:txBody>
      </p:sp>
      <p:sp>
        <p:nvSpPr>
          <p:cNvPr id="48" name="Text 46"/>
          <p:cNvSpPr/>
          <p:nvPr/>
        </p:nvSpPr>
        <p:spPr>
          <a:xfrm>
            <a:off x="640080" y="1051560"/>
            <a:ext cx="1371600" cy="1371600"/>
          </a:xfrm>
          <a:prstGeom prst="rect">
            <a:avLst/>
          </a:prstGeom>
          <a:noFill/>
          <a:ln/>
        </p:spPr>
        <p:txBody>
          <a:bodyPr wrap="square" rtlCol="0" anchor="ctr"/>
          <a:lstStyle/>
          <a:p>
            <a:pPr marL="0" indent="0">
              <a:buNone/>
            </a:pPr>
            <a:r>
              <a:rPr lang="en-US" sz="8000" b="1" dirty="0">
                <a:solidFill>
                  <a:srgbClr val="2C2560"/>
                </a:solidFill>
                <a:latin typeface="Cambria" pitchFamily="34" charset="0"/>
                <a:ea typeface="Cambria" pitchFamily="34" charset="-122"/>
                <a:cs typeface="Cambria" pitchFamily="34" charset="-120"/>
              </a:rPr>
              <a:t>“</a:t>
            </a:r>
            <a:endParaRPr lang="en-US" sz="8000" dirty="0"/>
          </a:p>
        </p:txBody>
      </p:sp>
      <p:sp>
        <p:nvSpPr>
          <p:cNvPr id="49" name="Text 47"/>
          <p:cNvSpPr/>
          <p:nvPr/>
        </p:nvSpPr>
        <p:spPr>
          <a:xfrm>
            <a:off x="1005840" y="1965960"/>
            <a:ext cx="9692640" cy="3017520"/>
          </a:xfrm>
          <a:prstGeom prst="rect">
            <a:avLst/>
          </a:prstGeom>
          <a:noFill/>
          <a:ln/>
        </p:spPr>
        <p:txBody>
          <a:bodyPr wrap="square" rtlCol="0" anchor="ctr"/>
          <a:lstStyle/>
          <a:p>
            <a:pPr marL="0" indent="0">
              <a:lnSpc>
                <a:spcPct val="135000"/>
              </a:lnSpc>
              <a:buNone/>
            </a:pPr>
            <a:r>
              <a:rPr lang="en-US" sz="1900" i="1" dirty="0">
                <a:solidFill>
                  <a:srgbClr val="FFFFFF"/>
                </a:solidFill>
                <a:latin typeface="Cambria" pitchFamily="34" charset="0"/>
                <a:ea typeface="Cambria" pitchFamily="34" charset="-122"/>
                <a:cs typeface="Cambria" pitchFamily="34" charset="-120"/>
              </a:rPr>
              <a:t>The K-Means algorithm grouped the songs into 3 distinct clusters based on their audio features. The optimal number of clusters was chosen using the Elbow Method and validated using the Silhouette Score. Cluster quality was further assessed using the Davies-Bouldin Index and Inertia. By analyzing the mean audio feature values for each cluster, the groups were interpreted as representing different musical styles or moods, such as energetic dance tracks, calm acoustic songs, and balanced mainstream tracks.</a:t>
            </a:r>
            <a:endParaRPr lang="en-US" sz="1900" dirty="0"/>
          </a:p>
        </p:txBody>
      </p:sp>
      <p:sp>
        <p:nvSpPr>
          <p:cNvPr id="50" name="Text 48"/>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13102B"/>
        </a:solidFill>
        <a:effectLst/>
      </p:bgPr>
    </p:bg>
    <p:spTree>
      <p:nvGrpSpPr>
        <p:cNvPr id="1" name=""/>
        <p:cNvGrpSpPr/>
        <p:nvPr/>
      </p:nvGrpSpPr>
      <p:grpSpPr>
        <a:xfrm>
          <a:off x="0" y="0"/>
          <a:ext cx="0" cy="0"/>
          <a:chOff x="0" y="0"/>
          <a:chExt cx="0" cy="0"/>
        </a:xfrm>
      </p:grpSpPr>
      <p:sp>
        <p:nvSpPr>
          <p:cNvPr id="2" name="Shape 0"/>
          <p:cNvSpPr/>
          <p:nvPr/>
        </p:nvSpPr>
        <p:spPr>
          <a:xfrm>
            <a:off x="548640" y="5737860"/>
            <a:ext cx="150329" cy="228600"/>
          </a:xfrm>
          <a:prstGeom prst="rect">
            <a:avLst/>
          </a:prstGeom>
          <a:solidFill>
            <a:srgbClr val="6E5AE0">
              <a:alpha val="35000"/>
            </a:srgbClr>
          </a:solidFill>
          <a:ln/>
        </p:spPr>
        <p:txBody>
          <a:bodyPr/>
          <a:lstStyle/>
          <a:p>
            <a:endParaRPr lang="en-IN"/>
          </a:p>
        </p:txBody>
      </p:sp>
      <p:sp>
        <p:nvSpPr>
          <p:cNvPr id="3" name="Shape 1"/>
          <p:cNvSpPr/>
          <p:nvPr/>
        </p:nvSpPr>
        <p:spPr>
          <a:xfrm>
            <a:off x="789167" y="5476380"/>
            <a:ext cx="150329" cy="751561"/>
          </a:xfrm>
          <a:prstGeom prst="rect">
            <a:avLst/>
          </a:prstGeom>
          <a:solidFill>
            <a:srgbClr val="6E5AE0">
              <a:alpha val="35000"/>
            </a:srgbClr>
          </a:solidFill>
          <a:ln/>
        </p:spPr>
        <p:txBody>
          <a:bodyPr/>
          <a:lstStyle/>
          <a:p>
            <a:endParaRPr lang="en-IN"/>
          </a:p>
        </p:txBody>
      </p:sp>
      <p:sp>
        <p:nvSpPr>
          <p:cNvPr id="4" name="Shape 2"/>
          <p:cNvSpPr/>
          <p:nvPr/>
        </p:nvSpPr>
        <p:spPr>
          <a:xfrm>
            <a:off x="1029694" y="5521539"/>
            <a:ext cx="150329" cy="661242"/>
          </a:xfrm>
          <a:prstGeom prst="rect">
            <a:avLst/>
          </a:prstGeom>
          <a:solidFill>
            <a:srgbClr val="6E5AE0">
              <a:alpha val="35000"/>
            </a:srgbClr>
          </a:solidFill>
          <a:ln/>
        </p:spPr>
        <p:txBody>
          <a:bodyPr/>
          <a:lstStyle/>
          <a:p>
            <a:endParaRPr lang="en-IN"/>
          </a:p>
        </p:txBody>
      </p:sp>
      <p:sp>
        <p:nvSpPr>
          <p:cNvPr id="5" name="Shape 3"/>
          <p:cNvSpPr/>
          <p:nvPr/>
        </p:nvSpPr>
        <p:spPr>
          <a:xfrm>
            <a:off x="1270221" y="5654041"/>
            <a:ext cx="150329" cy="396239"/>
          </a:xfrm>
          <a:prstGeom prst="rect">
            <a:avLst/>
          </a:prstGeom>
          <a:solidFill>
            <a:srgbClr val="6E5AE0">
              <a:alpha val="35000"/>
            </a:srgbClr>
          </a:solidFill>
          <a:ln/>
        </p:spPr>
        <p:txBody>
          <a:bodyPr/>
          <a:lstStyle/>
          <a:p>
            <a:endParaRPr lang="en-IN"/>
          </a:p>
        </p:txBody>
      </p:sp>
      <p:sp>
        <p:nvSpPr>
          <p:cNvPr id="6" name="Shape 4"/>
          <p:cNvSpPr/>
          <p:nvPr/>
        </p:nvSpPr>
        <p:spPr>
          <a:xfrm>
            <a:off x="1510748" y="5643431"/>
            <a:ext cx="150329" cy="417458"/>
          </a:xfrm>
          <a:prstGeom prst="rect">
            <a:avLst/>
          </a:prstGeom>
          <a:solidFill>
            <a:srgbClr val="6E5AE0">
              <a:alpha val="35000"/>
            </a:srgbClr>
          </a:solidFill>
          <a:ln/>
        </p:spPr>
        <p:txBody>
          <a:bodyPr/>
          <a:lstStyle/>
          <a:p>
            <a:endParaRPr lang="en-IN"/>
          </a:p>
        </p:txBody>
      </p:sp>
      <p:sp>
        <p:nvSpPr>
          <p:cNvPr id="7" name="Shape 5"/>
          <p:cNvSpPr/>
          <p:nvPr/>
        </p:nvSpPr>
        <p:spPr>
          <a:xfrm>
            <a:off x="1751275" y="5705938"/>
            <a:ext cx="150329" cy="292444"/>
          </a:xfrm>
          <a:prstGeom prst="rect">
            <a:avLst/>
          </a:prstGeom>
          <a:solidFill>
            <a:srgbClr val="6E5AE0">
              <a:alpha val="35000"/>
            </a:srgbClr>
          </a:solidFill>
          <a:ln/>
        </p:spPr>
        <p:txBody>
          <a:bodyPr/>
          <a:lstStyle/>
          <a:p>
            <a:endParaRPr lang="en-IN"/>
          </a:p>
        </p:txBody>
      </p:sp>
      <p:sp>
        <p:nvSpPr>
          <p:cNvPr id="8" name="Shape 6"/>
          <p:cNvSpPr/>
          <p:nvPr/>
        </p:nvSpPr>
        <p:spPr>
          <a:xfrm>
            <a:off x="1991802" y="5511979"/>
            <a:ext cx="150329" cy="680362"/>
          </a:xfrm>
          <a:prstGeom prst="rect">
            <a:avLst/>
          </a:prstGeom>
          <a:solidFill>
            <a:srgbClr val="6E5AE0">
              <a:alpha val="35000"/>
            </a:srgbClr>
          </a:solidFill>
          <a:ln/>
        </p:spPr>
        <p:txBody>
          <a:bodyPr/>
          <a:lstStyle/>
          <a:p>
            <a:endParaRPr lang="en-IN"/>
          </a:p>
        </p:txBody>
      </p:sp>
      <p:sp>
        <p:nvSpPr>
          <p:cNvPr id="9" name="Shape 7"/>
          <p:cNvSpPr/>
          <p:nvPr/>
        </p:nvSpPr>
        <p:spPr>
          <a:xfrm>
            <a:off x="2232329" y="5403248"/>
            <a:ext cx="150329" cy="897823"/>
          </a:xfrm>
          <a:prstGeom prst="rect">
            <a:avLst/>
          </a:prstGeom>
          <a:solidFill>
            <a:srgbClr val="6E5AE0">
              <a:alpha val="35000"/>
            </a:srgbClr>
          </a:solidFill>
          <a:ln/>
        </p:spPr>
        <p:txBody>
          <a:bodyPr/>
          <a:lstStyle/>
          <a:p>
            <a:endParaRPr lang="en-IN"/>
          </a:p>
        </p:txBody>
      </p:sp>
      <p:sp>
        <p:nvSpPr>
          <p:cNvPr id="10" name="Shape 8"/>
          <p:cNvSpPr/>
          <p:nvPr/>
        </p:nvSpPr>
        <p:spPr>
          <a:xfrm>
            <a:off x="2472856" y="5628815"/>
            <a:ext cx="150329" cy="446689"/>
          </a:xfrm>
          <a:prstGeom prst="rect">
            <a:avLst/>
          </a:prstGeom>
          <a:solidFill>
            <a:srgbClr val="6E5AE0">
              <a:alpha val="35000"/>
            </a:srgbClr>
          </a:solidFill>
          <a:ln/>
        </p:spPr>
        <p:txBody>
          <a:bodyPr/>
          <a:lstStyle/>
          <a:p>
            <a:endParaRPr lang="en-IN"/>
          </a:p>
        </p:txBody>
      </p:sp>
      <p:sp>
        <p:nvSpPr>
          <p:cNvPr id="11" name="Shape 9"/>
          <p:cNvSpPr/>
          <p:nvPr/>
        </p:nvSpPr>
        <p:spPr>
          <a:xfrm>
            <a:off x="2713383" y="5626758"/>
            <a:ext cx="150329" cy="450805"/>
          </a:xfrm>
          <a:prstGeom prst="rect">
            <a:avLst/>
          </a:prstGeom>
          <a:solidFill>
            <a:srgbClr val="6E5AE0">
              <a:alpha val="35000"/>
            </a:srgbClr>
          </a:solidFill>
          <a:ln/>
        </p:spPr>
        <p:txBody>
          <a:bodyPr/>
          <a:lstStyle/>
          <a:p>
            <a:endParaRPr lang="en-IN"/>
          </a:p>
        </p:txBody>
      </p:sp>
      <p:sp>
        <p:nvSpPr>
          <p:cNvPr id="12" name="Shape 10"/>
          <p:cNvSpPr/>
          <p:nvPr/>
        </p:nvSpPr>
        <p:spPr>
          <a:xfrm>
            <a:off x="2953910" y="5631344"/>
            <a:ext cx="150329" cy="441633"/>
          </a:xfrm>
          <a:prstGeom prst="rect">
            <a:avLst/>
          </a:prstGeom>
          <a:solidFill>
            <a:srgbClr val="6E5AE0">
              <a:alpha val="35000"/>
            </a:srgbClr>
          </a:solidFill>
          <a:ln/>
        </p:spPr>
        <p:txBody>
          <a:bodyPr/>
          <a:lstStyle/>
          <a:p>
            <a:endParaRPr lang="en-IN"/>
          </a:p>
        </p:txBody>
      </p:sp>
      <p:sp>
        <p:nvSpPr>
          <p:cNvPr id="13" name="Shape 11"/>
          <p:cNvSpPr/>
          <p:nvPr/>
        </p:nvSpPr>
        <p:spPr>
          <a:xfrm>
            <a:off x="3194437" y="5615800"/>
            <a:ext cx="150329" cy="472719"/>
          </a:xfrm>
          <a:prstGeom prst="rect">
            <a:avLst/>
          </a:prstGeom>
          <a:solidFill>
            <a:srgbClr val="6E5AE0">
              <a:alpha val="35000"/>
            </a:srgbClr>
          </a:solidFill>
          <a:ln/>
        </p:spPr>
        <p:txBody>
          <a:bodyPr/>
          <a:lstStyle/>
          <a:p>
            <a:endParaRPr lang="en-IN"/>
          </a:p>
        </p:txBody>
      </p:sp>
      <p:sp>
        <p:nvSpPr>
          <p:cNvPr id="14" name="Shape 12"/>
          <p:cNvSpPr/>
          <p:nvPr/>
        </p:nvSpPr>
        <p:spPr>
          <a:xfrm>
            <a:off x="3434963" y="5490689"/>
            <a:ext cx="150329" cy="722943"/>
          </a:xfrm>
          <a:prstGeom prst="rect">
            <a:avLst/>
          </a:prstGeom>
          <a:solidFill>
            <a:srgbClr val="6E5AE0">
              <a:alpha val="35000"/>
            </a:srgbClr>
          </a:solidFill>
          <a:ln/>
        </p:spPr>
        <p:txBody>
          <a:bodyPr/>
          <a:lstStyle/>
          <a:p>
            <a:endParaRPr lang="en-IN"/>
          </a:p>
        </p:txBody>
      </p:sp>
      <p:sp>
        <p:nvSpPr>
          <p:cNvPr id="15" name="Shape 13"/>
          <p:cNvSpPr/>
          <p:nvPr/>
        </p:nvSpPr>
        <p:spPr>
          <a:xfrm>
            <a:off x="3675490" y="5565140"/>
            <a:ext cx="150329" cy="574040"/>
          </a:xfrm>
          <a:prstGeom prst="rect">
            <a:avLst/>
          </a:prstGeom>
          <a:solidFill>
            <a:srgbClr val="6E5AE0">
              <a:alpha val="35000"/>
            </a:srgbClr>
          </a:solidFill>
          <a:ln/>
        </p:spPr>
        <p:txBody>
          <a:bodyPr/>
          <a:lstStyle/>
          <a:p>
            <a:endParaRPr lang="en-IN"/>
          </a:p>
        </p:txBody>
      </p:sp>
      <p:sp>
        <p:nvSpPr>
          <p:cNvPr id="16" name="Shape 14"/>
          <p:cNvSpPr/>
          <p:nvPr/>
        </p:nvSpPr>
        <p:spPr>
          <a:xfrm>
            <a:off x="3916017" y="5594452"/>
            <a:ext cx="150329" cy="515417"/>
          </a:xfrm>
          <a:prstGeom prst="rect">
            <a:avLst/>
          </a:prstGeom>
          <a:solidFill>
            <a:srgbClr val="6E5AE0">
              <a:alpha val="35000"/>
            </a:srgbClr>
          </a:solidFill>
          <a:ln/>
        </p:spPr>
        <p:txBody>
          <a:bodyPr/>
          <a:lstStyle/>
          <a:p>
            <a:endParaRPr lang="en-IN"/>
          </a:p>
        </p:txBody>
      </p:sp>
      <p:sp>
        <p:nvSpPr>
          <p:cNvPr id="17" name="Shape 15"/>
          <p:cNvSpPr/>
          <p:nvPr/>
        </p:nvSpPr>
        <p:spPr>
          <a:xfrm>
            <a:off x="4156544" y="5441662"/>
            <a:ext cx="150329" cy="820997"/>
          </a:xfrm>
          <a:prstGeom prst="rect">
            <a:avLst/>
          </a:prstGeom>
          <a:solidFill>
            <a:srgbClr val="6E5AE0">
              <a:alpha val="35000"/>
            </a:srgbClr>
          </a:solidFill>
          <a:ln/>
        </p:spPr>
        <p:txBody>
          <a:bodyPr/>
          <a:lstStyle/>
          <a:p>
            <a:endParaRPr lang="en-IN"/>
          </a:p>
        </p:txBody>
      </p:sp>
      <p:sp>
        <p:nvSpPr>
          <p:cNvPr id="18" name="Shape 16"/>
          <p:cNvSpPr/>
          <p:nvPr/>
        </p:nvSpPr>
        <p:spPr>
          <a:xfrm>
            <a:off x="4397071" y="5581106"/>
            <a:ext cx="150329" cy="542108"/>
          </a:xfrm>
          <a:prstGeom prst="rect">
            <a:avLst/>
          </a:prstGeom>
          <a:solidFill>
            <a:srgbClr val="6E5AE0">
              <a:alpha val="35000"/>
            </a:srgbClr>
          </a:solidFill>
          <a:ln/>
        </p:spPr>
        <p:txBody>
          <a:bodyPr/>
          <a:lstStyle/>
          <a:p>
            <a:endParaRPr lang="en-IN"/>
          </a:p>
        </p:txBody>
      </p:sp>
      <p:sp>
        <p:nvSpPr>
          <p:cNvPr id="19" name="Shape 17"/>
          <p:cNvSpPr/>
          <p:nvPr/>
        </p:nvSpPr>
        <p:spPr>
          <a:xfrm>
            <a:off x="4637598" y="5686395"/>
            <a:ext cx="150329" cy="331530"/>
          </a:xfrm>
          <a:prstGeom prst="rect">
            <a:avLst/>
          </a:prstGeom>
          <a:solidFill>
            <a:srgbClr val="6E5AE0">
              <a:alpha val="35000"/>
            </a:srgbClr>
          </a:solidFill>
          <a:ln/>
        </p:spPr>
        <p:txBody>
          <a:bodyPr/>
          <a:lstStyle/>
          <a:p>
            <a:endParaRPr lang="en-IN"/>
          </a:p>
        </p:txBody>
      </p:sp>
      <p:sp>
        <p:nvSpPr>
          <p:cNvPr id="20" name="Shape 18"/>
          <p:cNvSpPr/>
          <p:nvPr/>
        </p:nvSpPr>
        <p:spPr>
          <a:xfrm>
            <a:off x="4878125" y="5671418"/>
            <a:ext cx="150329" cy="361484"/>
          </a:xfrm>
          <a:prstGeom prst="rect">
            <a:avLst/>
          </a:prstGeom>
          <a:solidFill>
            <a:srgbClr val="6E5AE0">
              <a:alpha val="35000"/>
            </a:srgbClr>
          </a:solidFill>
          <a:ln/>
        </p:spPr>
        <p:txBody>
          <a:bodyPr/>
          <a:lstStyle/>
          <a:p>
            <a:endParaRPr lang="en-IN"/>
          </a:p>
        </p:txBody>
      </p:sp>
      <p:sp>
        <p:nvSpPr>
          <p:cNvPr id="21" name="Shape 19"/>
          <p:cNvSpPr/>
          <p:nvPr/>
        </p:nvSpPr>
        <p:spPr>
          <a:xfrm>
            <a:off x="5118652" y="5668827"/>
            <a:ext cx="150329" cy="366666"/>
          </a:xfrm>
          <a:prstGeom prst="rect">
            <a:avLst/>
          </a:prstGeom>
          <a:solidFill>
            <a:srgbClr val="6E5AE0">
              <a:alpha val="35000"/>
            </a:srgbClr>
          </a:solidFill>
          <a:ln/>
        </p:spPr>
        <p:txBody>
          <a:bodyPr/>
          <a:lstStyle/>
          <a:p>
            <a:endParaRPr lang="en-IN"/>
          </a:p>
        </p:txBody>
      </p:sp>
      <p:sp>
        <p:nvSpPr>
          <p:cNvPr id="22" name="Shape 20"/>
          <p:cNvSpPr/>
          <p:nvPr/>
        </p:nvSpPr>
        <p:spPr>
          <a:xfrm>
            <a:off x="5359179" y="5430692"/>
            <a:ext cx="150329" cy="842936"/>
          </a:xfrm>
          <a:prstGeom prst="rect">
            <a:avLst/>
          </a:prstGeom>
          <a:solidFill>
            <a:srgbClr val="6E5AE0">
              <a:alpha val="35000"/>
            </a:srgbClr>
          </a:solidFill>
          <a:ln/>
        </p:spPr>
        <p:txBody>
          <a:bodyPr/>
          <a:lstStyle/>
          <a:p>
            <a:endParaRPr lang="en-IN"/>
          </a:p>
        </p:txBody>
      </p:sp>
      <p:sp>
        <p:nvSpPr>
          <p:cNvPr id="23" name="Shape 21"/>
          <p:cNvSpPr/>
          <p:nvPr/>
        </p:nvSpPr>
        <p:spPr>
          <a:xfrm>
            <a:off x="5599706" y="5466819"/>
            <a:ext cx="150329" cy="770683"/>
          </a:xfrm>
          <a:prstGeom prst="rect">
            <a:avLst/>
          </a:prstGeom>
          <a:solidFill>
            <a:srgbClr val="6E5AE0">
              <a:alpha val="35000"/>
            </a:srgbClr>
          </a:solidFill>
          <a:ln/>
        </p:spPr>
        <p:txBody>
          <a:bodyPr/>
          <a:lstStyle/>
          <a:p>
            <a:endParaRPr lang="en-IN"/>
          </a:p>
        </p:txBody>
      </p:sp>
      <p:sp>
        <p:nvSpPr>
          <p:cNvPr id="24" name="Shape 22"/>
          <p:cNvSpPr/>
          <p:nvPr/>
        </p:nvSpPr>
        <p:spPr>
          <a:xfrm>
            <a:off x="5840233" y="5720347"/>
            <a:ext cx="150329" cy="263627"/>
          </a:xfrm>
          <a:prstGeom prst="rect">
            <a:avLst/>
          </a:prstGeom>
          <a:solidFill>
            <a:srgbClr val="6E5AE0">
              <a:alpha val="35000"/>
            </a:srgbClr>
          </a:solidFill>
          <a:ln/>
        </p:spPr>
        <p:txBody>
          <a:bodyPr/>
          <a:lstStyle/>
          <a:p>
            <a:endParaRPr lang="en-IN"/>
          </a:p>
        </p:txBody>
      </p:sp>
      <p:sp>
        <p:nvSpPr>
          <p:cNvPr id="25" name="Shape 23"/>
          <p:cNvSpPr/>
          <p:nvPr/>
        </p:nvSpPr>
        <p:spPr>
          <a:xfrm>
            <a:off x="6080760" y="5579619"/>
            <a:ext cx="150329" cy="545081"/>
          </a:xfrm>
          <a:prstGeom prst="rect">
            <a:avLst/>
          </a:prstGeom>
          <a:solidFill>
            <a:srgbClr val="6E5AE0">
              <a:alpha val="35000"/>
            </a:srgbClr>
          </a:solidFill>
          <a:ln/>
        </p:spPr>
        <p:txBody>
          <a:bodyPr/>
          <a:lstStyle/>
          <a:p>
            <a:endParaRPr lang="en-IN"/>
          </a:p>
        </p:txBody>
      </p:sp>
      <p:sp>
        <p:nvSpPr>
          <p:cNvPr id="26" name="Shape 24"/>
          <p:cNvSpPr/>
          <p:nvPr/>
        </p:nvSpPr>
        <p:spPr>
          <a:xfrm>
            <a:off x="6321287" y="5627326"/>
            <a:ext cx="150329" cy="449668"/>
          </a:xfrm>
          <a:prstGeom prst="rect">
            <a:avLst/>
          </a:prstGeom>
          <a:solidFill>
            <a:srgbClr val="6E5AE0">
              <a:alpha val="35000"/>
            </a:srgbClr>
          </a:solidFill>
          <a:ln/>
        </p:spPr>
        <p:txBody>
          <a:bodyPr/>
          <a:lstStyle/>
          <a:p>
            <a:endParaRPr lang="en-IN"/>
          </a:p>
        </p:txBody>
      </p:sp>
      <p:sp>
        <p:nvSpPr>
          <p:cNvPr id="27" name="Shape 25"/>
          <p:cNvSpPr/>
          <p:nvPr/>
        </p:nvSpPr>
        <p:spPr>
          <a:xfrm>
            <a:off x="6561814" y="5578491"/>
            <a:ext cx="150329" cy="547338"/>
          </a:xfrm>
          <a:prstGeom prst="rect">
            <a:avLst/>
          </a:prstGeom>
          <a:solidFill>
            <a:srgbClr val="6E5AE0">
              <a:alpha val="35000"/>
            </a:srgbClr>
          </a:solidFill>
          <a:ln/>
        </p:spPr>
        <p:txBody>
          <a:bodyPr/>
          <a:lstStyle/>
          <a:p>
            <a:endParaRPr lang="en-IN"/>
          </a:p>
        </p:txBody>
      </p:sp>
      <p:sp>
        <p:nvSpPr>
          <p:cNvPr id="28" name="Shape 26"/>
          <p:cNvSpPr/>
          <p:nvPr/>
        </p:nvSpPr>
        <p:spPr>
          <a:xfrm>
            <a:off x="6802341" y="5502241"/>
            <a:ext cx="150329" cy="699837"/>
          </a:xfrm>
          <a:prstGeom prst="rect">
            <a:avLst/>
          </a:prstGeom>
          <a:solidFill>
            <a:srgbClr val="6E5AE0">
              <a:alpha val="35000"/>
            </a:srgbClr>
          </a:solidFill>
          <a:ln/>
        </p:spPr>
        <p:txBody>
          <a:bodyPr/>
          <a:lstStyle/>
          <a:p>
            <a:endParaRPr lang="en-IN"/>
          </a:p>
        </p:txBody>
      </p:sp>
      <p:sp>
        <p:nvSpPr>
          <p:cNvPr id="29" name="Shape 27"/>
          <p:cNvSpPr/>
          <p:nvPr/>
        </p:nvSpPr>
        <p:spPr>
          <a:xfrm>
            <a:off x="7042868" y="5693359"/>
            <a:ext cx="150329" cy="317602"/>
          </a:xfrm>
          <a:prstGeom prst="rect">
            <a:avLst/>
          </a:prstGeom>
          <a:solidFill>
            <a:srgbClr val="6E5AE0">
              <a:alpha val="35000"/>
            </a:srgbClr>
          </a:solidFill>
          <a:ln/>
        </p:spPr>
        <p:txBody>
          <a:bodyPr/>
          <a:lstStyle/>
          <a:p>
            <a:endParaRPr lang="en-IN"/>
          </a:p>
        </p:txBody>
      </p:sp>
      <p:sp>
        <p:nvSpPr>
          <p:cNvPr id="30" name="Shape 28"/>
          <p:cNvSpPr/>
          <p:nvPr/>
        </p:nvSpPr>
        <p:spPr>
          <a:xfrm>
            <a:off x="7283395" y="5480217"/>
            <a:ext cx="150329" cy="743885"/>
          </a:xfrm>
          <a:prstGeom prst="rect">
            <a:avLst/>
          </a:prstGeom>
          <a:solidFill>
            <a:srgbClr val="6E5AE0">
              <a:alpha val="35000"/>
            </a:srgbClr>
          </a:solidFill>
          <a:ln/>
        </p:spPr>
        <p:txBody>
          <a:bodyPr/>
          <a:lstStyle/>
          <a:p>
            <a:endParaRPr lang="en-IN"/>
          </a:p>
        </p:txBody>
      </p:sp>
      <p:sp>
        <p:nvSpPr>
          <p:cNvPr id="31" name="Shape 29"/>
          <p:cNvSpPr/>
          <p:nvPr/>
        </p:nvSpPr>
        <p:spPr>
          <a:xfrm>
            <a:off x="7523922" y="5462861"/>
            <a:ext cx="150329" cy="778597"/>
          </a:xfrm>
          <a:prstGeom prst="rect">
            <a:avLst/>
          </a:prstGeom>
          <a:solidFill>
            <a:srgbClr val="6E5AE0">
              <a:alpha val="35000"/>
            </a:srgbClr>
          </a:solidFill>
          <a:ln/>
        </p:spPr>
        <p:txBody>
          <a:bodyPr/>
          <a:lstStyle/>
          <a:p>
            <a:endParaRPr lang="en-IN"/>
          </a:p>
        </p:txBody>
      </p:sp>
      <p:sp>
        <p:nvSpPr>
          <p:cNvPr id="32" name="Shape 30"/>
          <p:cNvSpPr/>
          <p:nvPr/>
        </p:nvSpPr>
        <p:spPr>
          <a:xfrm>
            <a:off x="7764449" y="5652113"/>
            <a:ext cx="150329" cy="400094"/>
          </a:xfrm>
          <a:prstGeom prst="rect">
            <a:avLst/>
          </a:prstGeom>
          <a:solidFill>
            <a:srgbClr val="6E5AE0">
              <a:alpha val="35000"/>
            </a:srgbClr>
          </a:solidFill>
          <a:ln/>
        </p:spPr>
        <p:txBody>
          <a:bodyPr/>
          <a:lstStyle/>
          <a:p>
            <a:endParaRPr lang="en-IN"/>
          </a:p>
        </p:txBody>
      </p:sp>
      <p:sp>
        <p:nvSpPr>
          <p:cNvPr id="33" name="Shape 31"/>
          <p:cNvSpPr/>
          <p:nvPr/>
        </p:nvSpPr>
        <p:spPr>
          <a:xfrm>
            <a:off x="8004976" y="5712021"/>
            <a:ext cx="150329" cy="280278"/>
          </a:xfrm>
          <a:prstGeom prst="rect">
            <a:avLst/>
          </a:prstGeom>
          <a:solidFill>
            <a:srgbClr val="6E5AE0">
              <a:alpha val="35000"/>
            </a:srgbClr>
          </a:solidFill>
          <a:ln/>
        </p:spPr>
        <p:txBody>
          <a:bodyPr/>
          <a:lstStyle/>
          <a:p>
            <a:endParaRPr lang="en-IN"/>
          </a:p>
        </p:txBody>
      </p:sp>
      <p:sp>
        <p:nvSpPr>
          <p:cNvPr id="34" name="Shape 32"/>
          <p:cNvSpPr/>
          <p:nvPr/>
        </p:nvSpPr>
        <p:spPr>
          <a:xfrm>
            <a:off x="8245503" y="5720111"/>
            <a:ext cx="150329" cy="264099"/>
          </a:xfrm>
          <a:prstGeom prst="rect">
            <a:avLst/>
          </a:prstGeom>
          <a:solidFill>
            <a:srgbClr val="6E5AE0">
              <a:alpha val="35000"/>
            </a:srgbClr>
          </a:solidFill>
          <a:ln/>
        </p:spPr>
        <p:txBody>
          <a:bodyPr/>
          <a:lstStyle/>
          <a:p>
            <a:endParaRPr lang="en-IN"/>
          </a:p>
        </p:txBody>
      </p:sp>
      <p:sp>
        <p:nvSpPr>
          <p:cNvPr id="35" name="Shape 33"/>
          <p:cNvSpPr/>
          <p:nvPr/>
        </p:nvSpPr>
        <p:spPr>
          <a:xfrm>
            <a:off x="8486030" y="5564486"/>
            <a:ext cx="150329" cy="575348"/>
          </a:xfrm>
          <a:prstGeom prst="rect">
            <a:avLst/>
          </a:prstGeom>
          <a:solidFill>
            <a:srgbClr val="6E5AE0">
              <a:alpha val="35000"/>
            </a:srgbClr>
          </a:solidFill>
          <a:ln/>
        </p:spPr>
        <p:txBody>
          <a:bodyPr/>
          <a:lstStyle/>
          <a:p>
            <a:endParaRPr lang="en-IN"/>
          </a:p>
        </p:txBody>
      </p:sp>
      <p:sp>
        <p:nvSpPr>
          <p:cNvPr id="36" name="Shape 34"/>
          <p:cNvSpPr/>
          <p:nvPr/>
        </p:nvSpPr>
        <p:spPr>
          <a:xfrm>
            <a:off x="8726557" y="5404625"/>
            <a:ext cx="150329" cy="895069"/>
          </a:xfrm>
          <a:prstGeom prst="rect">
            <a:avLst/>
          </a:prstGeom>
          <a:solidFill>
            <a:srgbClr val="6E5AE0">
              <a:alpha val="35000"/>
            </a:srgbClr>
          </a:solidFill>
          <a:ln/>
        </p:spPr>
        <p:txBody>
          <a:bodyPr/>
          <a:lstStyle/>
          <a:p>
            <a:endParaRPr lang="en-IN"/>
          </a:p>
        </p:txBody>
      </p:sp>
      <p:sp>
        <p:nvSpPr>
          <p:cNvPr id="37" name="Shape 35"/>
          <p:cNvSpPr/>
          <p:nvPr/>
        </p:nvSpPr>
        <p:spPr>
          <a:xfrm>
            <a:off x="8967083" y="5580117"/>
            <a:ext cx="150329" cy="544086"/>
          </a:xfrm>
          <a:prstGeom prst="rect">
            <a:avLst/>
          </a:prstGeom>
          <a:solidFill>
            <a:srgbClr val="6E5AE0">
              <a:alpha val="35000"/>
            </a:srgbClr>
          </a:solidFill>
          <a:ln/>
        </p:spPr>
        <p:txBody>
          <a:bodyPr/>
          <a:lstStyle/>
          <a:p>
            <a:endParaRPr lang="en-IN"/>
          </a:p>
        </p:txBody>
      </p:sp>
      <p:sp>
        <p:nvSpPr>
          <p:cNvPr id="38" name="Shape 36"/>
          <p:cNvSpPr/>
          <p:nvPr/>
        </p:nvSpPr>
        <p:spPr>
          <a:xfrm>
            <a:off x="9207610" y="5609646"/>
            <a:ext cx="150329" cy="485027"/>
          </a:xfrm>
          <a:prstGeom prst="rect">
            <a:avLst/>
          </a:prstGeom>
          <a:solidFill>
            <a:srgbClr val="6E5AE0">
              <a:alpha val="35000"/>
            </a:srgbClr>
          </a:solidFill>
          <a:ln/>
        </p:spPr>
        <p:txBody>
          <a:bodyPr/>
          <a:lstStyle/>
          <a:p>
            <a:endParaRPr lang="en-IN"/>
          </a:p>
        </p:txBody>
      </p:sp>
      <p:sp>
        <p:nvSpPr>
          <p:cNvPr id="39" name="Shape 37"/>
          <p:cNvSpPr/>
          <p:nvPr/>
        </p:nvSpPr>
        <p:spPr>
          <a:xfrm>
            <a:off x="9448137" y="5565461"/>
            <a:ext cx="150329" cy="573397"/>
          </a:xfrm>
          <a:prstGeom prst="rect">
            <a:avLst/>
          </a:prstGeom>
          <a:solidFill>
            <a:srgbClr val="6E5AE0">
              <a:alpha val="35000"/>
            </a:srgbClr>
          </a:solidFill>
          <a:ln/>
        </p:spPr>
        <p:txBody>
          <a:bodyPr/>
          <a:lstStyle/>
          <a:p>
            <a:endParaRPr lang="en-IN"/>
          </a:p>
        </p:txBody>
      </p:sp>
      <p:sp>
        <p:nvSpPr>
          <p:cNvPr id="40" name="Shape 38"/>
          <p:cNvSpPr/>
          <p:nvPr/>
        </p:nvSpPr>
        <p:spPr>
          <a:xfrm>
            <a:off x="9688664" y="5624409"/>
            <a:ext cx="150329" cy="455502"/>
          </a:xfrm>
          <a:prstGeom prst="rect">
            <a:avLst/>
          </a:prstGeom>
          <a:solidFill>
            <a:srgbClr val="6E5AE0">
              <a:alpha val="35000"/>
            </a:srgbClr>
          </a:solidFill>
          <a:ln/>
        </p:spPr>
        <p:txBody>
          <a:bodyPr/>
          <a:lstStyle/>
          <a:p>
            <a:endParaRPr lang="en-IN"/>
          </a:p>
        </p:txBody>
      </p:sp>
      <p:sp>
        <p:nvSpPr>
          <p:cNvPr id="41" name="Shape 39"/>
          <p:cNvSpPr/>
          <p:nvPr/>
        </p:nvSpPr>
        <p:spPr>
          <a:xfrm>
            <a:off x="9929191" y="5553515"/>
            <a:ext cx="150329" cy="597289"/>
          </a:xfrm>
          <a:prstGeom prst="rect">
            <a:avLst/>
          </a:prstGeom>
          <a:solidFill>
            <a:srgbClr val="6E5AE0">
              <a:alpha val="35000"/>
            </a:srgbClr>
          </a:solidFill>
          <a:ln/>
        </p:spPr>
        <p:txBody>
          <a:bodyPr/>
          <a:lstStyle/>
          <a:p>
            <a:endParaRPr lang="en-IN"/>
          </a:p>
        </p:txBody>
      </p:sp>
      <p:sp>
        <p:nvSpPr>
          <p:cNvPr id="42" name="Shape 40"/>
          <p:cNvSpPr/>
          <p:nvPr/>
        </p:nvSpPr>
        <p:spPr>
          <a:xfrm>
            <a:off x="10169718" y="5561631"/>
            <a:ext cx="150329" cy="581057"/>
          </a:xfrm>
          <a:prstGeom prst="rect">
            <a:avLst/>
          </a:prstGeom>
          <a:solidFill>
            <a:srgbClr val="6E5AE0">
              <a:alpha val="35000"/>
            </a:srgbClr>
          </a:solidFill>
          <a:ln/>
        </p:spPr>
        <p:txBody>
          <a:bodyPr/>
          <a:lstStyle/>
          <a:p>
            <a:endParaRPr lang="en-IN"/>
          </a:p>
        </p:txBody>
      </p:sp>
      <p:sp>
        <p:nvSpPr>
          <p:cNvPr id="43" name="Shape 41"/>
          <p:cNvSpPr/>
          <p:nvPr/>
        </p:nvSpPr>
        <p:spPr>
          <a:xfrm>
            <a:off x="10410245" y="5639288"/>
            <a:ext cx="150329" cy="425745"/>
          </a:xfrm>
          <a:prstGeom prst="rect">
            <a:avLst/>
          </a:prstGeom>
          <a:solidFill>
            <a:srgbClr val="6E5AE0">
              <a:alpha val="35000"/>
            </a:srgbClr>
          </a:solidFill>
          <a:ln/>
        </p:spPr>
        <p:txBody>
          <a:bodyPr/>
          <a:lstStyle/>
          <a:p>
            <a:endParaRPr lang="en-IN"/>
          </a:p>
        </p:txBody>
      </p:sp>
      <p:sp>
        <p:nvSpPr>
          <p:cNvPr id="44" name="Shape 42"/>
          <p:cNvSpPr/>
          <p:nvPr/>
        </p:nvSpPr>
        <p:spPr>
          <a:xfrm>
            <a:off x="10650772" y="5417564"/>
            <a:ext cx="150329" cy="869192"/>
          </a:xfrm>
          <a:prstGeom prst="rect">
            <a:avLst/>
          </a:prstGeom>
          <a:solidFill>
            <a:srgbClr val="6E5AE0">
              <a:alpha val="35000"/>
            </a:srgbClr>
          </a:solidFill>
          <a:ln/>
        </p:spPr>
        <p:txBody>
          <a:bodyPr/>
          <a:lstStyle/>
          <a:p>
            <a:endParaRPr lang="en-IN"/>
          </a:p>
        </p:txBody>
      </p:sp>
      <p:sp>
        <p:nvSpPr>
          <p:cNvPr id="45" name="Shape 43"/>
          <p:cNvSpPr/>
          <p:nvPr/>
        </p:nvSpPr>
        <p:spPr>
          <a:xfrm>
            <a:off x="10891299" y="5529756"/>
            <a:ext cx="150329" cy="644808"/>
          </a:xfrm>
          <a:prstGeom prst="rect">
            <a:avLst/>
          </a:prstGeom>
          <a:solidFill>
            <a:srgbClr val="6E5AE0">
              <a:alpha val="35000"/>
            </a:srgbClr>
          </a:solidFill>
          <a:ln/>
        </p:spPr>
        <p:txBody>
          <a:bodyPr/>
          <a:lstStyle/>
          <a:p>
            <a:endParaRPr lang="en-IN"/>
          </a:p>
        </p:txBody>
      </p:sp>
      <p:sp>
        <p:nvSpPr>
          <p:cNvPr id="46" name="Shape 44"/>
          <p:cNvSpPr/>
          <p:nvPr/>
        </p:nvSpPr>
        <p:spPr>
          <a:xfrm>
            <a:off x="11131826" y="5718739"/>
            <a:ext cx="150329" cy="266843"/>
          </a:xfrm>
          <a:prstGeom prst="rect">
            <a:avLst/>
          </a:prstGeom>
          <a:solidFill>
            <a:srgbClr val="6E5AE0">
              <a:alpha val="35000"/>
            </a:srgbClr>
          </a:solidFill>
          <a:ln/>
        </p:spPr>
        <p:txBody>
          <a:bodyPr/>
          <a:lstStyle/>
          <a:p>
            <a:endParaRPr lang="en-IN"/>
          </a:p>
        </p:txBody>
      </p:sp>
      <p:sp>
        <p:nvSpPr>
          <p:cNvPr id="47" name="Shape 45"/>
          <p:cNvSpPr/>
          <p:nvPr/>
        </p:nvSpPr>
        <p:spPr>
          <a:xfrm>
            <a:off x="11372353" y="5735092"/>
            <a:ext cx="150329" cy="234136"/>
          </a:xfrm>
          <a:prstGeom prst="rect">
            <a:avLst/>
          </a:prstGeom>
          <a:solidFill>
            <a:srgbClr val="6E5AE0">
              <a:alpha val="35000"/>
            </a:srgbClr>
          </a:solidFill>
          <a:ln/>
        </p:spPr>
        <p:txBody>
          <a:bodyPr/>
          <a:lstStyle/>
          <a:p>
            <a:endParaRPr lang="en-IN"/>
          </a:p>
        </p:txBody>
      </p:sp>
      <p:sp>
        <p:nvSpPr>
          <p:cNvPr id="48" name="Shape 46"/>
          <p:cNvSpPr/>
          <p:nvPr/>
        </p:nvSpPr>
        <p:spPr>
          <a:xfrm>
            <a:off x="548640" y="5511979"/>
            <a:ext cx="150329" cy="680362"/>
          </a:xfrm>
          <a:prstGeom prst="rect">
            <a:avLst/>
          </a:prstGeom>
          <a:solidFill>
            <a:srgbClr val="3FE0D0">
              <a:alpha val="25000"/>
            </a:srgbClr>
          </a:solidFill>
          <a:ln/>
        </p:spPr>
        <p:txBody>
          <a:bodyPr/>
          <a:lstStyle/>
          <a:p>
            <a:endParaRPr lang="en-IN"/>
          </a:p>
        </p:txBody>
      </p:sp>
      <p:sp>
        <p:nvSpPr>
          <p:cNvPr id="49" name="Shape 47"/>
          <p:cNvSpPr/>
          <p:nvPr/>
        </p:nvSpPr>
        <p:spPr>
          <a:xfrm>
            <a:off x="789167" y="5403248"/>
            <a:ext cx="150329" cy="897823"/>
          </a:xfrm>
          <a:prstGeom prst="rect">
            <a:avLst/>
          </a:prstGeom>
          <a:solidFill>
            <a:srgbClr val="3FE0D0">
              <a:alpha val="25000"/>
            </a:srgbClr>
          </a:solidFill>
          <a:ln/>
        </p:spPr>
        <p:txBody>
          <a:bodyPr/>
          <a:lstStyle/>
          <a:p>
            <a:endParaRPr lang="en-IN"/>
          </a:p>
        </p:txBody>
      </p:sp>
      <p:sp>
        <p:nvSpPr>
          <p:cNvPr id="50" name="Shape 48"/>
          <p:cNvSpPr/>
          <p:nvPr/>
        </p:nvSpPr>
        <p:spPr>
          <a:xfrm>
            <a:off x="1029694" y="5628815"/>
            <a:ext cx="150329" cy="446689"/>
          </a:xfrm>
          <a:prstGeom prst="rect">
            <a:avLst/>
          </a:prstGeom>
          <a:solidFill>
            <a:srgbClr val="3FE0D0">
              <a:alpha val="25000"/>
            </a:srgbClr>
          </a:solidFill>
          <a:ln/>
        </p:spPr>
        <p:txBody>
          <a:bodyPr/>
          <a:lstStyle/>
          <a:p>
            <a:endParaRPr lang="en-IN"/>
          </a:p>
        </p:txBody>
      </p:sp>
      <p:sp>
        <p:nvSpPr>
          <p:cNvPr id="51" name="Shape 49"/>
          <p:cNvSpPr/>
          <p:nvPr/>
        </p:nvSpPr>
        <p:spPr>
          <a:xfrm>
            <a:off x="1270221" y="5626758"/>
            <a:ext cx="150329" cy="450805"/>
          </a:xfrm>
          <a:prstGeom prst="rect">
            <a:avLst/>
          </a:prstGeom>
          <a:solidFill>
            <a:srgbClr val="3FE0D0">
              <a:alpha val="25000"/>
            </a:srgbClr>
          </a:solidFill>
          <a:ln/>
        </p:spPr>
        <p:txBody>
          <a:bodyPr/>
          <a:lstStyle/>
          <a:p>
            <a:endParaRPr lang="en-IN"/>
          </a:p>
        </p:txBody>
      </p:sp>
      <p:sp>
        <p:nvSpPr>
          <p:cNvPr id="52" name="Shape 50"/>
          <p:cNvSpPr/>
          <p:nvPr/>
        </p:nvSpPr>
        <p:spPr>
          <a:xfrm>
            <a:off x="1510748" y="5631344"/>
            <a:ext cx="150329" cy="441633"/>
          </a:xfrm>
          <a:prstGeom prst="rect">
            <a:avLst/>
          </a:prstGeom>
          <a:solidFill>
            <a:srgbClr val="3FE0D0">
              <a:alpha val="25000"/>
            </a:srgbClr>
          </a:solidFill>
          <a:ln/>
        </p:spPr>
        <p:txBody>
          <a:bodyPr/>
          <a:lstStyle/>
          <a:p>
            <a:endParaRPr lang="en-IN"/>
          </a:p>
        </p:txBody>
      </p:sp>
      <p:sp>
        <p:nvSpPr>
          <p:cNvPr id="53" name="Shape 51"/>
          <p:cNvSpPr/>
          <p:nvPr/>
        </p:nvSpPr>
        <p:spPr>
          <a:xfrm>
            <a:off x="1751275" y="5615800"/>
            <a:ext cx="150329" cy="472719"/>
          </a:xfrm>
          <a:prstGeom prst="rect">
            <a:avLst/>
          </a:prstGeom>
          <a:solidFill>
            <a:srgbClr val="3FE0D0">
              <a:alpha val="25000"/>
            </a:srgbClr>
          </a:solidFill>
          <a:ln/>
        </p:spPr>
        <p:txBody>
          <a:bodyPr/>
          <a:lstStyle/>
          <a:p>
            <a:endParaRPr lang="en-IN"/>
          </a:p>
        </p:txBody>
      </p:sp>
      <p:sp>
        <p:nvSpPr>
          <p:cNvPr id="54" name="Shape 52"/>
          <p:cNvSpPr/>
          <p:nvPr/>
        </p:nvSpPr>
        <p:spPr>
          <a:xfrm>
            <a:off x="1991802" y="5490689"/>
            <a:ext cx="150329" cy="722943"/>
          </a:xfrm>
          <a:prstGeom prst="rect">
            <a:avLst/>
          </a:prstGeom>
          <a:solidFill>
            <a:srgbClr val="3FE0D0">
              <a:alpha val="25000"/>
            </a:srgbClr>
          </a:solidFill>
          <a:ln/>
        </p:spPr>
        <p:txBody>
          <a:bodyPr/>
          <a:lstStyle/>
          <a:p>
            <a:endParaRPr lang="en-IN"/>
          </a:p>
        </p:txBody>
      </p:sp>
      <p:sp>
        <p:nvSpPr>
          <p:cNvPr id="55" name="Shape 53"/>
          <p:cNvSpPr/>
          <p:nvPr/>
        </p:nvSpPr>
        <p:spPr>
          <a:xfrm>
            <a:off x="2232329" y="5565140"/>
            <a:ext cx="150329" cy="574040"/>
          </a:xfrm>
          <a:prstGeom prst="rect">
            <a:avLst/>
          </a:prstGeom>
          <a:solidFill>
            <a:srgbClr val="3FE0D0">
              <a:alpha val="25000"/>
            </a:srgbClr>
          </a:solidFill>
          <a:ln/>
        </p:spPr>
        <p:txBody>
          <a:bodyPr/>
          <a:lstStyle/>
          <a:p>
            <a:endParaRPr lang="en-IN"/>
          </a:p>
        </p:txBody>
      </p:sp>
      <p:sp>
        <p:nvSpPr>
          <p:cNvPr id="56" name="Shape 54"/>
          <p:cNvSpPr/>
          <p:nvPr/>
        </p:nvSpPr>
        <p:spPr>
          <a:xfrm>
            <a:off x="2472856" y="5594452"/>
            <a:ext cx="150329" cy="515417"/>
          </a:xfrm>
          <a:prstGeom prst="rect">
            <a:avLst/>
          </a:prstGeom>
          <a:solidFill>
            <a:srgbClr val="3FE0D0">
              <a:alpha val="25000"/>
            </a:srgbClr>
          </a:solidFill>
          <a:ln/>
        </p:spPr>
        <p:txBody>
          <a:bodyPr/>
          <a:lstStyle/>
          <a:p>
            <a:endParaRPr lang="en-IN"/>
          </a:p>
        </p:txBody>
      </p:sp>
      <p:sp>
        <p:nvSpPr>
          <p:cNvPr id="57" name="Shape 55"/>
          <p:cNvSpPr/>
          <p:nvPr/>
        </p:nvSpPr>
        <p:spPr>
          <a:xfrm>
            <a:off x="2713383" y="5441662"/>
            <a:ext cx="150329" cy="820997"/>
          </a:xfrm>
          <a:prstGeom prst="rect">
            <a:avLst/>
          </a:prstGeom>
          <a:solidFill>
            <a:srgbClr val="3FE0D0">
              <a:alpha val="25000"/>
            </a:srgbClr>
          </a:solidFill>
          <a:ln/>
        </p:spPr>
        <p:txBody>
          <a:bodyPr/>
          <a:lstStyle/>
          <a:p>
            <a:endParaRPr lang="en-IN"/>
          </a:p>
        </p:txBody>
      </p:sp>
      <p:sp>
        <p:nvSpPr>
          <p:cNvPr id="58" name="Shape 56"/>
          <p:cNvSpPr/>
          <p:nvPr/>
        </p:nvSpPr>
        <p:spPr>
          <a:xfrm>
            <a:off x="2953910" y="5581106"/>
            <a:ext cx="150329" cy="542108"/>
          </a:xfrm>
          <a:prstGeom prst="rect">
            <a:avLst/>
          </a:prstGeom>
          <a:solidFill>
            <a:srgbClr val="3FE0D0">
              <a:alpha val="25000"/>
            </a:srgbClr>
          </a:solidFill>
          <a:ln/>
        </p:spPr>
        <p:txBody>
          <a:bodyPr/>
          <a:lstStyle/>
          <a:p>
            <a:endParaRPr lang="en-IN"/>
          </a:p>
        </p:txBody>
      </p:sp>
      <p:sp>
        <p:nvSpPr>
          <p:cNvPr id="59" name="Shape 57"/>
          <p:cNvSpPr/>
          <p:nvPr/>
        </p:nvSpPr>
        <p:spPr>
          <a:xfrm>
            <a:off x="3194437" y="5686395"/>
            <a:ext cx="150329" cy="331530"/>
          </a:xfrm>
          <a:prstGeom prst="rect">
            <a:avLst/>
          </a:prstGeom>
          <a:solidFill>
            <a:srgbClr val="3FE0D0">
              <a:alpha val="25000"/>
            </a:srgbClr>
          </a:solidFill>
          <a:ln/>
        </p:spPr>
        <p:txBody>
          <a:bodyPr/>
          <a:lstStyle/>
          <a:p>
            <a:endParaRPr lang="en-IN"/>
          </a:p>
        </p:txBody>
      </p:sp>
      <p:sp>
        <p:nvSpPr>
          <p:cNvPr id="60" name="Shape 58"/>
          <p:cNvSpPr/>
          <p:nvPr/>
        </p:nvSpPr>
        <p:spPr>
          <a:xfrm>
            <a:off x="3434963" y="5671418"/>
            <a:ext cx="150329" cy="361484"/>
          </a:xfrm>
          <a:prstGeom prst="rect">
            <a:avLst/>
          </a:prstGeom>
          <a:solidFill>
            <a:srgbClr val="3FE0D0">
              <a:alpha val="25000"/>
            </a:srgbClr>
          </a:solidFill>
          <a:ln/>
        </p:spPr>
        <p:txBody>
          <a:bodyPr/>
          <a:lstStyle/>
          <a:p>
            <a:endParaRPr lang="en-IN"/>
          </a:p>
        </p:txBody>
      </p:sp>
      <p:sp>
        <p:nvSpPr>
          <p:cNvPr id="61" name="Shape 59"/>
          <p:cNvSpPr/>
          <p:nvPr/>
        </p:nvSpPr>
        <p:spPr>
          <a:xfrm>
            <a:off x="3675490" y="5668827"/>
            <a:ext cx="150329" cy="366666"/>
          </a:xfrm>
          <a:prstGeom prst="rect">
            <a:avLst/>
          </a:prstGeom>
          <a:solidFill>
            <a:srgbClr val="3FE0D0">
              <a:alpha val="25000"/>
            </a:srgbClr>
          </a:solidFill>
          <a:ln/>
        </p:spPr>
        <p:txBody>
          <a:bodyPr/>
          <a:lstStyle/>
          <a:p>
            <a:endParaRPr lang="en-IN"/>
          </a:p>
        </p:txBody>
      </p:sp>
      <p:sp>
        <p:nvSpPr>
          <p:cNvPr id="62" name="Shape 60"/>
          <p:cNvSpPr/>
          <p:nvPr/>
        </p:nvSpPr>
        <p:spPr>
          <a:xfrm>
            <a:off x="3916017" y="5430692"/>
            <a:ext cx="150329" cy="842936"/>
          </a:xfrm>
          <a:prstGeom prst="rect">
            <a:avLst/>
          </a:prstGeom>
          <a:solidFill>
            <a:srgbClr val="3FE0D0">
              <a:alpha val="25000"/>
            </a:srgbClr>
          </a:solidFill>
          <a:ln/>
        </p:spPr>
        <p:txBody>
          <a:bodyPr/>
          <a:lstStyle/>
          <a:p>
            <a:endParaRPr lang="en-IN"/>
          </a:p>
        </p:txBody>
      </p:sp>
      <p:sp>
        <p:nvSpPr>
          <p:cNvPr id="63" name="Shape 61"/>
          <p:cNvSpPr/>
          <p:nvPr/>
        </p:nvSpPr>
        <p:spPr>
          <a:xfrm>
            <a:off x="4156544" y="5466819"/>
            <a:ext cx="150329" cy="770683"/>
          </a:xfrm>
          <a:prstGeom prst="rect">
            <a:avLst/>
          </a:prstGeom>
          <a:solidFill>
            <a:srgbClr val="3FE0D0">
              <a:alpha val="25000"/>
            </a:srgbClr>
          </a:solidFill>
          <a:ln/>
        </p:spPr>
        <p:txBody>
          <a:bodyPr/>
          <a:lstStyle/>
          <a:p>
            <a:endParaRPr lang="en-IN"/>
          </a:p>
        </p:txBody>
      </p:sp>
      <p:sp>
        <p:nvSpPr>
          <p:cNvPr id="64" name="Shape 62"/>
          <p:cNvSpPr/>
          <p:nvPr/>
        </p:nvSpPr>
        <p:spPr>
          <a:xfrm>
            <a:off x="4397071" y="5720347"/>
            <a:ext cx="150329" cy="263627"/>
          </a:xfrm>
          <a:prstGeom prst="rect">
            <a:avLst/>
          </a:prstGeom>
          <a:solidFill>
            <a:srgbClr val="3FE0D0">
              <a:alpha val="25000"/>
            </a:srgbClr>
          </a:solidFill>
          <a:ln/>
        </p:spPr>
        <p:txBody>
          <a:bodyPr/>
          <a:lstStyle/>
          <a:p>
            <a:endParaRPr lang="en-IN"/>
          </a:p>
        </p:txBody>
      </p:sp>
      <p:sp>
        <p:nvSpPr>
          <p:cNvPr id="65" name="Shape 63"/>
          <p:cNvSpPr/>
          <p:nvPr/>
        </p:nvSpPr>
        <p:spPr>
          <a:xfrm>
            <a:off x="4637598" y="5579619"/>
            <a:ext cx="150329" cy="545081"/>
          </a:xfrm>
          <a:prstGeom prst="rect">
            <a:avLst/>
          </a:prstGeom>
          <a:solidFill>
            <a:srgbClr val="3FE0D0">
              <a:alpha val="25000"/>
            </a:srgbClr>
          </a:solidFill>
          <a:ln/>
        </p:spPr>
        <p:txBody>
          <a:bodyPr/>
          <a:lstStyle/>
          <a:p>
            <a:endParaRPr lang="en-IN"/>
          </a:p>
        </p:txBody>
      </p:sp>
      <p:sp>
        <p:nvSpPr>
          <p:cNvPr id="66" name="Shape 64"/>
          <p:cNvSpPr/>
          <p:nvPr/>
        </p:nvSpPr>
        <p:spPr>
          <a:xfrm>
            <a:off x="4878125" y="5627326"/>
            <a:ext cx="150329" cy="449668"/>
          </a:xfrm>
          <a:prstGeom prst="rect">
            <a:avLst/>
          </a:prstGeom>
          <a:solidFill>
            <a:srgbClr val="3FE0D0">
              <a:alpha val="25000"/>
            </a:srgbClr>
          </a:solidFill>
          <a:ln/>
        </p:spPr>
        <p:txBody>
          <a:bodyPr/>
          <a:lstStyle/>
          <a:p>
            <a:endParaRPr lang="en-IN"/>
          </a:p>
        </p:txBody>
      </p:sp>
      <p:sp>
        <p:nvSpPr>
          <p:cNvPr id="67" name="Shape 65"/>
          <p:cNvSpPr/>
          <p:nvPr/>
        </p:nvSpPr>
        <p:spPr>
          <a:xfrm>
            <a:off x="5118652" y="5578491"/>
            <a:ext cx="150329" cy="547338"/>
          </a:xfrm>
          <a:prstGeom prst="rect">
            <a:avLst/>
          </a:prstGeom>
          <a:solidFill>
            <a:srgbClr val="3FE0D0">
              <a:alpha val="25000"/>
            </a:srgbClr>
          </a:solidFill>
          <a:ln/>
        </p:spPr>
        <p:txBody>
          <a:bodyPr/>
          <a:lstStyle/>
          <a:p>
            <a:endParaRPr lang="en-IN"/>
          </a:p>
        </p:txBody>
      </p:sp>
      <p:sp>
        <p:nvSpPr>
          <p:cNvPr id="68" name="Shape 66"/>
          <p:cNvSpPr/>
          <p:nvPr/>
        </p:nvSpPr>
        <p:spPr>
          <a:xfrm>
            <a:off x="5359179" y="5502241"/>
            <a:ext cx="150329" cy="699837"/>
          </a:xfrm>
          <a:prstGeom prst="rect">
            <a:avLst/>
          </a:prstGeom>
          <a:solidFill>
            <a:srgbClr val="3FE0D0">
              <a:alpha val="25000"/>
            </a:srgbClr>
          </a:solidFill>
          <a:ln/>
        </p:spPr>
        <p:txBody>
          <a:bodyPr/>
          <a:lstStyle/>
          <a:p>
            <a:endParaRPr lang="en-IN"/>
          </a:p>
        </p:txBody>
      </p:sp>
      <p:sp>
        <p:nvSpPr>
          <p:cNvPr id="69" name="Shape 67"/>
          <p:cNvSpPr/>
          <p:nvPr/>
        </p:nvSpPr>
        <p:spPr>
          <a:xfrm>
            <a:off x="5599706" y="5693359"/>
            <a:ext cx="150329" cy="317602"/>
          </a:xfrm>
          <a:prstGeom prst="rect">
            <a:avLst/>
          </a:prstGeom>
          <a:solidFill>
            <a:srgbClr val="3FE0D0">
              <a:alpha val="25000"/>
            </a:srgbClr>
          </a:solidFill>
          <a:ln/>
        </p:spPr>
        <p:txBody>
          <a:bodyPr/>
          <a:lstStyle/>
          <a:p>
            <a:endParaRPr lang="en-IN"/>
          </a:p>
        </p:txBody>
      </p:sp>
      <p:sp>
        <p:nvSpPr>
          <p:cNvPr id="70" name="Shape 68"/>
          <p:cNvSpPr/>
          <p:nvPr/>
        </p:nvSpPr>
        <p:spPr>
          <a:xfrm>
            <a:off x="5840233" y="5480217"/>
            <a:ext cx="150329" cy="743885"/>
          </a:xfrm>
          <a:prstGeom prst="rect">
            <a:avLst/>
          </a:prstGeom>
          <a:solidFill>
            <a:srgbClr val="3FE0D0">
              <a:alpha val="25000"/>
            </a:srgbClr>
          </a:solidFill>
          <a:ln/>
        </p:spPr>
        <p:txBody>
          <a:bodyPr/>
          <a:lstStyle/>
          <a:p>
            <a:endParaRPr lang="en-IN"/>
          </a:p>
        </p:txBody>
      </p:sp>
      <p:sp>
        <p:nvSpPr>
          <p:cNvPr id="71" name="Shape 69"/>
          <p:cNvSpPr/>
          <p:nvPr/>
        </p:nvSpPr>
        <p:spPr>
          <a:xfrm>
            <a:off x="6080760" y="5462861"/>
            <a:ext cx="150329" cy="778597"/>
          </a:xfrm>
          <a:prstGeom prst="rect">
            <a:avLst/>
          </a:prstGeom>
          <a:solidFill>
            <a:srgbClr val="3FE0D0">
              <a:alpha val="25000"/>
            </a:srgbClr>
          </a:solidFill>
          <a:ln/>
        </p:spPr>
        <p:txBody>
          <a:bodyPr/>
          <a:lstStyle/>
          <a:p>
            <a:endParaRPr lang="en-IN"/>
          </a:p>
        </p:txBody>
      </p:sp>
      <p:sp>
        <p:nvSpPr>
          <p:cNvPr id="72" name="Shape 70"/>
          <p:cNvSpPr/>
          <p:nvPr/>
        </p:nvSpPr>
        <p:spPr>
          <a:xfrm>
            <a:off x="6321287" y="5652113"/>
            <a:ext cx="150329" cy="400094"/>
          </a:xfrm>
          <a:prstGeom prst="rect">
            <a:avLst/>
          </a:prstGeom>
          <a:solidFill>
            <a:srgbClr val="3FE0D0">
              <a:alpha val="25000"/>
            </a:srgbClr>
          </a:solidFill>
          <a:ln/>
        </p:spPr>
        <p:txBody>
          <a:bodyPr/>
          <a:lstStyle/>
          <a:p>
            <a:endParaRPr lang="en-IN"/>
          </a:p>
        </p:txBody>
      </p:sp>
      <p:sp>
        <p:nvSpPr>
          <p:cNvPr id="73" name="Shape 71"/>
          <p:cNvSpPr/>
          <p:nvPr/>
        </p:nvSpPr>
        <p:spPr>
          <a:xfrm>
            <a:off x="6561814" y="5712021"/>
            <a:ext cx="150329" cy="280278"/>
          </a:xfrm>
          <a:prstGeom prst="rect">
            <a:avLst/>
          </a:prstGeom>
          <a:solidFill>
            <a:srgbClr val="3FE0D0">
              <a:alpha val="25000"/>
            </a:srgbClr>
          </a:solidFill>
          <a:ln/>
        </p:spPr>
        <p:txBody>
          <a:bodyPr/>
          <a:lstStyle/>
          <a:p>
            <a:endParaRPr lang="en-IN"/>
          </a:p>
        </p:txBody>
      </p:sp>
      <p:sp>
        <p:nvSpPr>
          <p:cNvPr id="74" name="Shape 72"/>
          <p:cNvSpPr/>
          <p:nvPr/>
        </p:nvSpPr>
        <p:spPr>
          <a:xfrm>
            <a:off x="6802341" y="5720111"/>
            <a:ext cx="150329" cy="264099"/>
          </a:xfrm>
          <a:prstGeom prst="rect">
            <a:avLst/>
          </a:prstGeom>
          <a:solidFill>
            <a:srgbClr val="3FE0D0">
              <a:alpha val="25000"/>
            </a:srgbClr>
          </a:solidFill>
          <a:ln/>
        </p:spPr>
        <p:txBody>
          <a:bodyPr/>
          <a:lstStyle/>
          <a:p>
            <a:endParaRPr lang="en-IN"/>
          </a:p>
        </p:txBody>
      </p:sp>
      <p:sp>
        <p:nvSpPr>
          <p:cNvPr id="75" name="Shape 73"/>
          <p:cNvSpPr/>
          <p:nvPr/>
        </p:nvSpPr>
        <p:spPr>
          <a:xfrm>
            <a:off x="7042868" y="5564486"/>
            <a:ext cx="150329" cy="575348"/>
          </a:xfrm>
          <a:prstGeom prst="rect">
            <a:avLst/>
          </a:prstGeom>
          <a:solidFill>
            <a:srgbClr val="3FE0D0">
              <a:alpha val="25000"/>
            </a:srgbClr>
          </a:solidFill>
          <a:ln/>
        </p:spPr>
        <p:txBody>
          <a:bodyPr/>
          <a:lstStyle/>
          <a:p>
            <a:endParaRPr lang="en-IN"/>
          </a:p>
        </p:txBody>
      </p:sp>
      <p:sp>
        <p:nvSpPr>
          <p:cNvPr id="76" name="Shape 74"/>
          <p:cNvSpPr/>
          <p:nvPr/>
        </p:nvSpPr>
        <p:spPr>
          <a:xfrm>
            <a:off x="7283395" y="5404625"/>
            <a:ext cx="150329" cy="895069"/>
          </a:xfrm>
          <a:prstGeom prst="rect">
            <a:avLst/>
          </a:prstGeom>
          <a:solidFill>
            <a:srgbClr val="3FE0D0">
              <a:alpha val="25000"/>
            </a:srgbClr>
          </a:solidFill>
          <a:ln/>
        </p:spPr>
        <p:txBody>
          <a:bodyPr/>
          <a:lstStyle/>
          <a:p>
            <a:endParaRPr lang="en-IN"/>
          </a:p>
        </p:txBody>
      </p:sp>
      <p:sp>
        <p:nvSpPr>
          <p:cNvPr id="77" name="Shape 75"/>
          <p:cNvSpPr/>
          <p:nvPr/>
        </p:nvSpPr>
        <p:spPr>
          <a:xfrm>
            <a:off x="7523922" y="5580117"/>
            <a:ext cx="150329" cy="544086"/>
          </a:xfrm>
          <a:prstGeom prst="rect">
            <a:avLst/>
          </a:prstGeom>
          <a:solidFill>
            <a:srgbClr val="3FE0D0">
              <a:alpha val="25000"/>
            </a:srgbClr>
          </a:solidFill>
          <a:ln/>
        </p:spPr>
        <p:txBody>
          <a:bodyPr/>
          <a:lstStyle/>
          <a:p>
            <a:endParaRPr lang="en-IN"/>
          </a:p>
        </p:txBody>
      </p:sp>
      <p:sp>
        <p:nvSpPr>
          <p:cNvPr id="78" name="Shape 76"/>
          <p:cNvSpPr/>
          <p:nvPr/>
        </p:nvSpPr>
        <p:spPr>
          <a:xfrm>
            <a:off x="7764449" y="5609646"/>
            <a:ext cx="150329" cy="485027"/>
          </a:xfrm>
          <a:prstGeom prst="rect">
            <a:avLst/>
          </a:prstGeom>
          <a:solidFill>
            <a:srgbClr val="3FE0D0">
              <a:alpha val="25000"/>
            </a:srgbClr>
          </a:solidFill>
          <a:ln/>
        </p:spPr>
        <p:txBody>
          <a:bodyPr/>
          <a:lstStyle/>
          <a:p>
            <a:endParaRPr lang="en-IN"/>
          </a:p>
        </p:txBody>
      </p:sp>
      <p:sp>
        <p:nvSpPr>
          <p:cNvPr id="79" name="Shape 77"/>
          <p:cNvSpPr/>
          <p:nvPr/>
        </p:nvSpPr>
        <p:spPr>
          <a:xfrm>
            <a:off x="8004976" y="5565461"/>
            <a:ext cx="150329" cy="573397"/>
          </a:xfrm>
          <a:prstGeom prst="rect">
            <a:avLst/>
          </a:prstGeom>
          <a:solidFill>
            <a:srgbClr val="3FE0D0">
              <a:alpha val="25000"/>
            </a:srgbClr>
          </a:solidFill>
          <a:ln/>
        </p:spPr>
        <p:txBody>
          <a:bodyPr/>
          <a:lstStyle/>
          <a:p>
            <a:endParaRPr lang="en-IN"/>
          </a:p>
        </p:txBody>
      </p:sp>
      <p:sp>
        <p:nvSpPr>
          <p:cNvPr id="80" name="Shape 78"/>
          <p:cNvSpPr/>
          <p:nvPr/>
        </p:nvSpPr>
        <p:spPr>
          <a:xfrm>
            <a:off x="8245503" y="5624409"/>
            <a:ext cx="150329" cy="455502"/>
          </a:xfrm>
          <a:prstGeom prst="rect">
            <a:avLst/>
          </a:prstGeom>
          <a:solidFill>
            <a:srgbClr val="3FE0D0">
              <a:alpha val="25000"/>
            </a:srgbClr>
          </a:solidFill>
          <a:ln/>
        </p:spPr>
        <p:txBody>
          <a:bodyPr/>
          <a:lstStyle/>
          <a:p>
            <a:endParaRPr lang="en-IN"/>
          </a:p>
        </p:txBody>
      </p:sp>
      <p:sp>
        <p:nvSpPr>
          <p:cNvPr id="81" name="Shape 79"/>
          <p:cNvSpPr/>
          <p:nvPr/>
        </p:nvSpPr>
        <p:spPr>
          <a:xfrm>
            <a:off x="8486030" y="5553515"/>
            <a:ext cx="150329" cy="597289"/>
          </a:xfrm>
          <a:prstGeom prst="rect">
            <a:avLst/>
          </a:prstGeom>
          <a:solidFill>
            <a:srgbClr val="3FE0D0">
              <a:alpha val="25000"/>
            </a:srgbClr>
          </a:solidFill>
          <a:ln/>
        </p:spPr>
        <p:txBody>
          <a:bodyPr/>
          <a:lstStyle/>
          <a:p>
            <a:endParaRPr lang="en-IN"/>
          </a:p>
        </p:txBody>
      </p:sp>
      <p:sp>
        <p:nvSpPr>
          <p:cNvPr id="82" name="Shape 80"/>
          <p:cNvSpPr/>
          <p:nvPr/>
        </p:nvSpPr>
        <p:spPr>
          <a:xfrm>
            <a:off x="8726557" y="5561631"/>
            <a:ext cx="150329" cy="581057"/>
          </a:xfrm>
          <a:prstGeom prst="rect">
            <a:avLst/>
          </a:prstGeom>
          <a:solidFill>
            <a:srgbClr val="3FE0D0">
              <a:alpha val="25000"/>
            </a:srgbClr>
          </a:solidFill>
          <a:ln/>
        </p:spPr>
        <p:txBody>
          <a:bodyPr/>
          <a:lstStyle/>
          <a:p>
            <a:endParaRPr lang="en-IN"/>
          </a:p>
        </p:txBody>
      </p:sp>
      <p:sp>
        <p:nvSpPr>
          <p:cNvPr id="83" name="Shape 81"/>
          <p:cNvSpPr/>
          <p:nvPr/>
        </p:nvSpPr>
        <p:spPr>
          <a:xfrm>
            <a:off x="8967083" y="5639288"/>
            <a:ext cx="150329" cy="425745"/>
          </a:xfrm>
          <a:prstGeom prst="rect">
            <a:avLst/>
          </a:prstGeom>
          <a:solidFill>
            <a:srgbClr val="3FE0D0">
              <a:alpha val="25000"/>
            </a:srgbClr>
          </a:solidFill>
          <a:ln/>
        </p:spPr>
        <p:txBody>
          <a:bodyPr/>
          <a:lstStyle/>
          <a:p>
            <a:endParaRPr lang="en-IN"/>
          </a:p>
        </p:txBody>
      </p:sp>
      <p:sp>
        <p:nvSpPr>
          <p:cNvPr id="84" name="Shape 82"/>
          <p:cNvSpPr/>
          <p:nvPr/>
        </p:nvSpPr>
        <p:spPr>
          <a:xfrm>
            <a:off x="9207610" y="5417564"/>
            <a:ext cx="150329" cy="869192"/>
          </a:xfrm>
          <a:prstGeom prst="rect">
            <a:avLst/>
          </a:prstGeom>
          <a:solidFill>
            <a:srgbClr val="3FE0D0">
              <a:alpha val="25000"/>
            </a:srgbClr>
          </a:solidFill>
          <a:ln/>
        </p:spPr>
        <p:txBody>
          <a:bodyPr/>
          <a:lstStyle/>
          <a:p>
            <a:endParaRPr lang="en-IN"/>
          </a:p>
        </p:txBody>
      </p:sp>
      <p:sp>
        <p:nvSpPr>
          <p:cNvPr id="85" name="Shape 83"/>
          <p:cNvSpPr/>
          <p:nvPr/>
        </p:nvSpPr>
        <p:spPr>
          <a:xfrm>
            <a:off x="9448137" y="5529756"/>
            <a:ext cx="150329" cy="644808"/>
          </a:xfrm>
          <a:prstGeom prst="rect">
            <a:avLst/>
          </a:prstGeom>
          <a:solidFill>
            <a:srgbClr val="3FE0D0">
              <a:alpha val="25000"/>
            </a:srgbClr>
          </a:solidFill>
          <a:ln/>
        </p:spPr>
        <p:txBody>
          <a:bodyPr/>
          <a:lstStyle/>
          <a:p>
            <a:endParaRPr lang="en-IN"/>
          </a:p>
        </p:txBody>
      </p:sp>
      <p:sp>
        <p:nvSpPr>
          <p:cNvPr id="86" name="Shape 84"/>
          <p:cNvSpPr/>
          <p:nvPr/>
        </p:nvSpPr>
        <p:spPr>
          <a:xfrm>
            <a:off x="9688664" y="5718739"/>
            <a:ext cx="150329" cy="266843"/>
          </a:xfrm>
          <a:prstGeom prst="rect">
            <a:avLst/>
          </a:prstGeom>
          <a:solidFill>
            <a:srgbClr val="3FE0D0">
              <a:alpha val="25000"/>
            </a:srgbClr>
          </a:solidFill>
          <a:ln/>
        </p:spPr>
        <p:txBody>
          <a:bodyPr/>
          <a:lstStyle/>
          <a:p>
            <a:endParaRPr lang="en-IN"/>
          </a:p>
        </p:txBody>
      </p:sp>
      <p:sp>
        <p:nvSpPr>
          <p:cNvPr id="87" name="Shape 85"/>
          <p:cNvSpPr/>
          <p:nvPr/>
        </p:nvSpPr>
        <p:spPr>
          <a:xfrm>
            <a:off x="9929191" y="5735092"/>
            <a:ext cx="150329" cy="234136"/>
          </a:xfrm>
          <a:prstGeom prst="rect">
            <a:avLst/>
          </a:prstGeom>
          <a:solidFill>
            <a:srgbClr val="3FE0D0">
              <a:alpha val="25000"/>
            </a:srgbClr>
          </a:solidFill>
          <a:ln/>
        </p:spPr>
        <p:txBody>
          <a:bodyPr/>
          <a:lstStyle/>
          <a:p>
            <a:endParaRPr lang="en-IN"/>
          </a:p>
        </p:txBody>
      </p:sp>
      <p:sp>
        <p:nvSpPr>
          <p:cNvPr id="88" name="Shape 86"/>
          <p:cNvSpPr/>
          <p:nvPr/>
        </p:nvSpPr>
        <p:spPr>
          <a:xfrm>
            <a:off x="10169718" y="5687652"/>
            <a:ext cx="150329" cy="329015"/>
          </a:xfrm>
          <a:prstGeom prst="rect">
            <a:avLst/>
          </a:prstGeom>
          <a:solidFill>
            <a:srgbClr val="3FE0D0">
              <a:alpha val="25000"/>
            </a:srgbClr>
          </a:solidFill>
          <a:ln/>
        </p:spPr>
        <p:txBody>
          <a:bodyPr/>
          <a:lstStyle/>
          <a:p>
            <a:endParaRPr lang="en-IN"/>
          </a:p>
        </p:txBody>
      </p:sp>
      <p:sp>
        <p:nvSpPr>
          <p:cNvPr id="89" name="Shape 87"/>
          <p:cNvSpPr/>
          <p:nvPr/>
        </p:nvSpPr>
        <p:spPr>
          <a:xfrm>
            <a:off x="10410245" y="5479436"/>
            <a:ext cx="150329" cy="745448"/>
          </a:xfrm>
          <a:prstGeom prst="rect">
            <a:avLst/>
          </a:prstGeom>
          <a:solidFill>
            <a:srgbClr val="3FE0D0">
              <a:alpha val="25000"/>
            </a:srgbClr>
          </a:solidFill>
          <a:ln/>
        </p:spPr>
        <p:txBody>
          <a:bodyPr/>
          <a:lstStyle/>
          <a:p>
            <a:endParaRPr lang="en-IN"/>
          </a:p>
        </p:txBody>
      </p:sp>
      <p:sp>
        <p:nvSpPr>
          <p:cNvPr id="90" name="Shape 88"/>
          <p:cNvSpPr/>
          <p:nvPr/>
        </p:nvSpPr>
        <p:spPr>
          <a:xfrm>
            <a:off x="10650772" y="5442101"/>
            <a:ext cx="150329" cy="820118"/>
          </a:xfrm>
          <a:prstGeom prst="rect">
            <a:avLst/>
          </a:prstGeom>
          <a:solidFill>
            <a:srgbClr val="3FE0D0">
              <a:alpha val="25000"/>
            </a:srgbClr>
          </a:solidFill>
          <a:ln/>
        </p:spPr>
        <p:txBody>
          <a:bodyPr/>
          <a:lstStyle/>
          <a:p>
            <a:endParaRPr lang="en-IN"/>
          </a:p>
        </p:txBody>
      </p:sp>
      <p:sp>
        <p:nvSpPr>
          <p:cNvPr id="91" name="Shape 89"/>
          <p:cNvSpPr/>
          <p:nvPr/>
        </p:nvSpPr>
        <p:spPr>
          <a:xfrm>
            <a:off x="10891299" y="5718853"/>
            <a:ext cx="150329" cy="266615"/>
          </a:xfrm>
          <a:prstGeom prst="rect">
            <a:avLst/>
          </a:prstGeom>
          <a:solidFill>
            <a:srgbClr val="3FE0D0">
              <a:alpha val="25000"/>
            </a:srgbClr>
          </a:solidFill>
          <a:ln/>
        </p:spPr>
        <p:txBody>
          <a:bodyPr/>
          <a:lstStyle/>
          <a:p>
            <a:endParaRPr lang="en-IN"/>
          </a:p>
        </p:txBody>
      </p:sp>
      <p:sp>
        <p:nvSpPr>
          <p:cNvPr id="92" name="Shape 90"/>
          <p:cNvSpPr/>
          <p:nvPr/>
        </p:nvSpPr>
        <p:spPr>
          <a:xfrm>
            <a:off x="11131826" y="5534234"/>
            <a:ext cx="150329" cy="635853"/>
          </a:xfrm>
          <a:prstGeom prst="rect">
            <a:avLst/>
          </a:prstGeom>
          <a:solidFill>
            <a:srgbClr val="3FE0D0">
              <a:alpha val="25000"/>
            </a:srgbClr>
          </a:solidFill>
          <a:ln/>
        </p:spPr>
        <p:txBody>
          <a:bodyPr/>
          <a:lstStyle/>
          <a:p>
            <a:endParaRPr lang="en-IN"/>
          </a:p>
        </p:txBody>
      </p:sp>
      <p:sp>
        <p:nvSpPr>
          <p:cNvPr id="93" name="Shape 91"/>
          <p:cNvSpPr/>
          <p:nvPr/>
        </p:nvSpPr>
        <p:spPr>
          <a:xfrm>
            <a:off x="11372353" y="5577412"/>
            <a:ext cx="150329" cy="549496"/>
          </a:xfrm>
          <a:prstGeom prst="rect">
            <a:avLst/>
          </a:prstGeom>
          <a:solidFill>
            <a:srgbClr val="3FE0D0">
              <a:alpha val="25000"/>
            </a:srgbClr>
          </a:solidFill>
          <a:ln/>
        </p:spPr>
        <p:txBody>
          <a:bodyPr/>
          <a:lstStyle/>
          <a:p>
            <a:endParaRPr lang="en-IN"/>
          </a:p>
        </p:txBody>
      </p:sp>
      <p:sp>
        <p:nvSpPr>
          <p:cNvPr id="94" name="Shape 92"/>
          <p:cNvSpPr/>
          <p:nvPr/>
        </p:nvSpPr>
        <p:spPr>
          <a:xfrm>
            <a:off x="-1463040" y="-1463040"/>
            <a:ext cx="4114800" cy="4114800"/>
          </a:xfrm>
          <a:prstGeom prst="ellipse">
            <a:avLst/>
          </a:prstGeom>
          <a:solidFill>
            <a:srgbClr val="FF9900">
              <a:alpha val="15000"/>
            </a:srgbClr>
          </a:solidFill>
          <a:ln/>
        </p:spPr>
        <p:txBody>
          <a:bodyPr/>
          <a:lstStyle/>
          <a:p>
            <a:endParaRPr lang="en-IN"/>
          </a:p>
        </p:txBody>
      </p:sp>
      <p:sp>
        <p:nvSpPr>
          <p:cNvPr id="95" name="Text 93"/>
          <p:cNvSpPr/>
          <p:nvPr/>
        </p:nvSpPr>
        <p:spPr>
          <a:xfrm>
            <a:off x="822960" y="1371600"/>
            <a:ext cx="5486400" cy="365760"/>
          </a:xfrm>
          <a:prstGeom prst="rect">
            <a:avLst/>
          </a:prstGeom>
          <a:noFill/>
          <a:ln/>
        </p:spPr>
        <p:txBody>
          <a:bodyPr wrap="square" rtlCol="0" anchor="ctr"/>
          <a:lstStyle/>
          <a:p>
            <a:pPr marL="0" indent="0">
              <a:buNone/>
            </a:pPr>
            <a:r>
              <a:rPr lang="en-US" sz="1300" b="1" kern="0" spc="300" dirty="0">
                <a:solidFill>
                  <a:srgbClr val="FF9900"/>
                </a:solidFill>
                <a:latin typeface="Calibri" pitchFamily="34" charset="0"/>
                <a:ea typeface="Calibri" pitchFamily="34" charset="-122"/>
                <a:cs typeface="Calibri" pitchFamily="34" charset="-120"/>
              </a:rPr>
              <a:t>CONCLUSION</a:t>
            </a:r>
            <a:endParaRPr lang="en-US" sz="1300" dirty="0"/>
          </a:p>
        </p:txBody>
      </p:sp>
      <p:sp>
        <p:nvSpPr>
          <p:cNvPr id="96" name="Text 94"/>
          <p:cNvSpPr/>
          <p:nvPr/>
        </p:nvSpPr>
        <p:spPr>
          <a:xfrm>
            <a:off x="777240" y="1783080"/>
            <a:ext cx="9875520" cy="100584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Music, Meaningfully Clustered</a:t>
            </a:r>
            <a:endParaRPr lang="en-US" sz="3600" dirty="0"/>
          </a:p>
        </p:txBody>
      </p:sp>
      <p:sp>
        <p:nvSpPr>
          <p:cNvPr id="97" name="Shape 95"/>
          <p:cNvSpPr/>
          <p:nvPr/>
        </p:nvSpPr>
        <p:spPr>
          <a:xfrm>
            <a:off x="822960" y="3017520"/>
            <a:ext cx="5212080" cy="1737360"/>
          </a:xfrm>
          <a:prstGeom prst="roundRect">
            <a:avLst>
              <a:gd name="adj" fmla="val 6316"/>
            </a:avLst>
          </a:prstGeom>
          <a:solidFill>
            <a:srgbClr val="231C4F"/>
          </a:solidFill>
          <a:ln/>
        </p:spPr>
        <p:txBody>
          <a:bodyPr/>
          <a:lstStyle/>
          <a:p>
            <a:endParaRPr lang="en-IN"/>
          </a:p>
        </p:txBody>
      </p:sp>
      <p:sp>
        <p:nvSpPr>
          <p:cNvPr id="98" name="Shape 96"/>
          <p:cNvSpPr/>
          <p:nvPr/>
        </p:nvSpPr>
        <p:spPr>
          <a:xfrm>
            <a:off x="1097280" y="3246120"/>
            <a:ext cx="457200" cy="457200"/>
          </a:xfrm>
          <a:prstGeom prst="ellipse">
            <a:avLst/>
          </a:prstGeom>
          <a:solidFill>
            <a:srgbClr val="3FE0D0"/>
          </a:solidFill>
          <a:ln/>
        </p:spPr>
        <p:txBody>
          <a:bodyPr/>
          <a:lstStyle/>
          <a:p>
            <a:endParaRPr lang="en-IN"/>
          </a:p>
        </p:txBody>
      </p:sp>
      <p:sp>
        <p:nvSpPr>
          <p:cNvPr id="99" name="Text 97"/>
          <p:cNvSpPr/>
          <p:nvPr/>
        </p:nvSpPr>
        <p:spPr>
          <a:xfrm>
            <a:off x="1097280" y="3246120"/>
            <a:ext cx="457200" cy="457200"/>
          </a:xfrm>
          <a:prstGeom prst="rect">
            <a:avLst/>
          </a:prstGeom>
          <a:noFill/>
          <a:ln/>
        </p:spPr>
        <p:txBody>
          <a:bodyPr wrap="square" rtlCol="0" anchor="ctr"/>
          <a:lstStyle/>
          <a:p>
            <a:pPr marL="0" indent="0" algn="ctr">
              <a:buNone/>
            </a:pPr>
            <a:r>
              <a:rPr lang="en-US" sz="1800" b="1" dirty="0">
                <a:solidFill>
                  <a:srgbClr val="13102B"/>
                </a:solidFill>
                <a:latin typeface="Calibri" pitchFamily="34" charset="0"/>
                <a:ea typeface="Calibri" pitchFamily="34" charset="-122"/>
                <a:cs typeface="Calibri" pitchFamily="34" charset="-120"/>
              </a:rPr>
              <a:t>✓</a:t>
            </a:r>
            <a:endParaRPr lang="en-US" sz="1800" dirty="0"/>
          </a:p>
        </p:txBody>
      </p:sp>
      <p:sp>
        <p:nvSpPr>
          <p:cNvPr id="100" name="Text 98"/>
          <p:cNvSpPr/>
          <p:nvPr/>
        </p:nvSpPr>
        <p:spPr>
          <a:xfrm>
            <a:off x="1737360" y="3200400"/>
            <a:ext cx="4114800" cy="1371600"/>
          </a:xfrm>
          <a:prstGeom prst="rect">
            <a:avLst/>
          </a:prstGeom>
          <a:noFill/>
          <a:ln/>
        </p:spPr>
        <p:txBody>
          <a:bodyPr wrap="square" rtlCol="0" anchor="ctr"/>
          <a:lstStyle/>
          <a:p>
            <a:pPr marL="0" indent="0">
              <a:lnSpc>
                <a:spcPct val="125000"/>
              </a:lnSpc>
              <a:buNone/>
            </a:pPr>
            <a:r>
              <a:rPr lang="en-US" sz="1500" dirty="0">
                <a:solidFill>
                  <a:srgbClr val="E7E4F5"/>
                </a:solidFill>
                <a:latin typeface="Calibri" pitchFamily="34" charset="0"/>
                <a:ea typeface="Calibri" pitchFamily="34" charset="-122"/>
                <a:cs typeface="Calibri" pitchFamily="34" charset="-120"/>
              </a:rPr>
              <a:t>K-Means successfully grouped songs into 3 meaningful clusters.</a:t>
            </a:r>
            <a:endParaRPr lang="en-US" sz="1500" dirty="0"/>
          </a:p>
        </p:txBody>
      </p:sp>
      <p:sp>
        <p:nvSpPr>
          <p:cNvPr id="101" name="Shape 99"/>
          <p:cNvSpPr/>
          <p:nvPr/>
        </p:nvSpPr>
        <p:spPr>
          <a:xfrm>
            <a:off x="6172200" y="3017520"/>
            <a:ext cx="5212080" cy="1737360"/>
          </a:xfrm>
          <a:prstGeom prst="roundRect">
            <a:avLst>
              <a:gd name="adj" fmla="val 6316"/>
            </a:avLst>
          </a:prstGeom>
          <a:solidFill>
            <a:srgbClr val="2C2560"/>
          </a:solidFill>
          <a:ln/>
        </p:spPr>
        <p:txBody>
          <a:bodyPr/>
          <a:lstStyle/>
          <a:p>
            <a:endParaRPr lang="en-IN"/>
          </a:p>
        </p:txBody>
      </p:sp>
      <p:sp>
        <p:nvSpPr>
          <p:cNvPr id="102" name="Shape 100"/>
          <p:cNvSpPr/>
          <p:nvPr/>
        </p:nvSpPr>
        <p:spPr>
          <a:xfrm>
            <a:off x="6446520" y="3246120"/>
            <a:ext cx="457200" cy="457200"/>
          </a:xfrm>
          <a:prstGeom prst="ellipse">
            <a:avLst/>
          </a:prstGeom>
          <a:solidFill>
            <a:srgbClr val="6E5AE0"/>
          </a:solidFill>
          <a:ln/>
        </p:spPr>
        <p:txBody>
          <a:bodyPr/>
          <a:lstStyle/>
          <a:p>
            <a:endParaRPr lang="en-IN"/>
          </a:p>
        </p:txBody>
      </p:sp>
      <p:sp>
        <p:nvSpPr>
          <p:cNvPr id="103" name="Text 101"/>
          <p:cNvSpPr/>
          <p:nvPr/>
        </p:nvSpPr>
        <p:spPr>
          <a:xfrm>
            <a:off x="6446520" y="324612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4" name="Text 102"/>
          <p:cNvSpPr/>
          <p:nvPr/>
        </p:nvSpPr>
        <p:spPr>
          <a:xfrm>
            <a:off x="7086600" y="3200400"/>
            <a:ext cx="4114800" cy="1371600"/>
          </a:xfrm>
          <a:prstGeom prst="rect">
            <a:avLst/>
          </a:prstGeom>
          <a:noFill/>
          <a:ln/>
        </p:spPr>
        <p:txBody>
          <a:bodyPr wrap="square" rtlCol="0" anchor="ctr"/>
          <a:lstStyle/>
          <a:p>
            <a:pPr marL="0" indent="0">
              <a:lnSpc>
                <a:spcPct val="125000"/>
              </a:lnSpc>
              <a:buNone/>
            </a:pPr>
            <a:r>
              <a:rPr lang="en-US" sz="1500" dirty="0">
                <a:solidFill>
                  <a:srgbClr val="E7E4F5"/>
                </a:solidFill>
                <a:latin typeface="Calibri" pitchFamily="34" charset="0"/>
                <a:ea typeface="Calibri" pitchFamily="34" charset="-122"/>
                <a:cs typeface="Calibri" pitchFamily="34" charset="-120"/>
              </a:rPr>
              <a:t>DBSCAN served as a comparison algorithm.</a:t>
            </a:r>
            <a:endParaRPr lang="en-US" sz="1500" dirty="0"/>
          </a:p>
        </p:txBody>
      </p:sp>
      <p:sp>
        <p:nvSpPr>
          <p:cNvPr id="105" name="Text 103"/>
          <p:cNvSpPr/>
          <p:nvPr/>
        </p:nvSpPr>
        <p:spPr>
          <a:xfrm>
            <a:off x="822960" y="5943600"/>
            <a:ext cx="5486400" cy="457200"/>
          </a:xfrm>
          <a:prstGeom prst="rect">
            <a:avLst/>
          </a:prstGeom>
          <a:noFill/>
          <a:ln/>
        </p:spPr>
        <p:txBody>
          <a:bodyPr wrap="square" rtlCol="0" anchor="ctr"/>
          <a:lstStyle/>
          <a:p>
            <a:pPr marL="0" indent="0">
              <a:buNone/>
            </a:pPr>
            <a:r>
              <a:rPr lang="en-US" sz="1300" i="1" dirty="0">
                <a:solidFill>
                  <a:srgbClr val="A79FD1"/>
                </a:solidFill>
                <a:latin typeface="Calibri" pitchFamily="34" charset="0"/>
                <a:ea typeface="Calibri" pitchFamily="34" charset="-122"/>
                <a:cs typeface="Calibri" pitchFamily="34" charset="-120"/>
              </a:rPr>
              <a:t>Thank you</a:t>
            </a:r>
            <a:endParaRPr lang="en-US" sz="1300" dirty="0"/>
          </a:p>
        </p:txBody>
      </p:sp>
      <p:sp>
        <p:nvSpPr>
          <p:cNvPr id="106" name="Text 104"/>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102B"/>
        </a:solidFill>
        <a:effectLst/>
      </p:bgPr>
    </p:bg>
    <p:spTree>
      <p:nvGrpSpPr>
        <p:cNvPr id="1" name="">
          <a:extLst>
            <a:ext uri="{FF2B5EF4-FFF2-40B4-BE49-F238E27FC236}">
              <a16:creationId xmlns:a16="http://schemas.microsoft.com/office/drawing/2014/main" id="{D5ABC850-E29C-B867-B9A0-733208CB1534}"/>
            </a:ext>
          </a:extLst>
        </p:cNvPr>
        <p:cNvGrpSpPr/>
        <p:nvPr/>
      </p:nvGrpSpPr>
      <p:grpSpPr>
        <a:xfrm>
          <a:off x="0" y="0"/>
          <a:ext cx="0" cy="0"/>
          <a:chOff x="0" y="0"/>
          <a:chExt cx="0" cy="0"/>
        </a:xfrm>
      </p:grpSpPr>
      <p:sp>
        <p:nvSpPr>
          <p:cNvPr id="97" name="Shape 95">
            <a:extLst>
              <a:ext uri="{FF2B5EF4-FFF2-40B4-BE49-F238E27FC236}">
                <a16:creationId xmlns:a16="http://schemas.microsoft.com/office/drawing/2014/main" id="{721FF04A-EA5D-AA5C-A375-D3AB3A09AA62}"/>
              </a:ext>
            </a:extLst>
          </p:cNvPr>
          <p:cNvSpPr/>
          <p:nvPr/>
        </p:nvSpPr>
        <p:spPr>
          <a:xfrm>
            <a:off x="3373120" y="2346960"/>
            <a:ext cx="5212080" cy="1737360"/>
          </a:xfrm>
          <a:prstGeom prst="roundRect">
            <a:avLst>
              <a:gd name="adj" fmla="val 6316"/>
            </a:avLst>
          </a:prstGeom>
          <a:solidFill>
            <a:srgbClr val="231C4F"/>
          </a:solidFill>
          <a:ln/>
        </p:spPr>
        <p:txBody>
          <a:bodyPr/>
          <a:lstStyle/>
          <a:p>
            <a:endParaRPr lang="en-IN"/>
          </a:p>
        </p:txBody>
      </p:sp>
      <p:sp>
        <p:nvSpPr>
          <p:cNvPr id="2" name="Shape 0">
            <a:extLst>
              <a:ext uri="{FF2B5EF4-FFF2-40B4-BE49-F238E27FC236}">
                <a16:creationId xmlns:a16="http://schemas.microsoft.com/office/drawing/2014/main" id="{CEC534D9-A6EC-5C8C-C793-EFEBA3F55086}"/>
              </a:ext>
            </a:extLst>
          </p:cNvPr>
          <p:cNvSpPr/>
          <p:nvPr/>
        </p:nvSpPr>
        <p:spPr>
          <a:xfrm>
            <a:off x="548640" y="5737860"/>
            <a:ext cx="150329" cy="228600"/>
          </a:xfrm>
          <a:prstGeom prst="rect">
            <a:avLst/>
          </a:prstGeom>
          <a:solidFill>
            <a:srgbClr val="6E5AE0">
              <a:alpha val="35000"/>
            </a:srgbClr>
          </a:solidFill>
          <a:ln/>
        </p:spPr>
        <p:txBody>
          <a:bodyPr/>
          <a:lstStyle/>
          <a:p>
            <a:endParaRPr lang="en-IN"/>
          </a:p>
        </p:txBody>
      </p:sp>
      <p:sp>
        <p:nvSpPr>
          <p:cNvPr id="3" name="Shape 1">
            <a:extLst>
              <a:ext uri="{FF2B5EF4-FFF2-40B4-BE49-F238E27FC236}">
                <a16:creationId xmlns:a16="http://schemas.microsoft.com/office/drawing/2014/main" id="{4E3FD2CC-E0E3-20E5-A9F3-A24652C8D595}"/>
              </a:ext>
            </a:extLst>
          </p:cNvPr>
          <p:cNvSpPr/>
          <p:nvPr/>
        </p:nvSpPr>
        <p:spPr>
          <a:xfrm>
            <a:off x="789167" y="5476380"/>
            <a:ext cx="150329" cy="751561"/>
          </a:xfrm>
          <a:prstGeom prst="rect">
            <a:avLst/>
          </a:prstGeom>
          <a:solidFill>
            <a:srgbClr val="6E5AE0">
              <a:alpha val="35000"/>
            </a:srgbClr>
          </a:solidFill>
          <a:ln/>
        </p:spPr>
        <p:txBody>
          <a:bodyPr/>
          <a:lstStyle/>
          <a:p>
            <a:endParaRPr lang="en-IN"/>
          </a:p>
        </p:txBody>
      </p:sp>
      <p:sp>
        <p:nvSpPr>
          <p:cNvPr id="4" name="Shape 2">
            <a:extLst>
              <a:ext uri="{FF2B5EF4-FFF2-40B4-BE49-F238E27FC236}">
                <a16:creationId xmlns:a16="http://schemas.microsoft.com/office/drawing/2014/main" id="{76D47BA1-96B3-BDCB-6641-C404829B2A7A}"/>
              </a:ext>
            </a:extLst>
          </p:cNvPr>
          <p:cNvSpPr/>
          <p:nvPr/>
        </p:nvSpPr>
        <p:spPr>
          <a:xfrm>
            <a:off x="1029694" y="5521539"/>
            <a:ext cx="150329" cy="661242"/>
          </a:xfrm>
          <a:prstGeom prst="rect">
            <a:avLst/>
          </a:prstGeom>
          <a:solidFill>
            <a:srgbClr val="6E5AE0">
              <a:alpha val="35000"/>
            </a:srgbClr>
          </a:solidFill>
          <a:ln/>
        </p:spPr>
        <p:txBody>
          <a:bodyPr/>
          <a:lstStyle/>
          <a:p>
            <a:endParaRPr lang="en-IN"/>
          </a:p>
        </p:txBody>
      </p:sp>
      <p:sp>
        <p:nvSpPr>
          <p:cNvPr id="5" name="Shape 3">
            <a:extLst>
              <a:ext uri="{FF2B5EF4-FFF2-40B4-BE49-F238E27FC236}">
                <a16:creationId xmlns:a16="http://schemas.microsoft.com/office/drawing/2014/main" id="{BABBC29B-6410-CF63-79E3-94C2B8CAA091}"/>
              </a:ext>
            </a:extLst>
          </p:cNvPr>
          <p:cNvSpPr/>
          <p:nvPr/>
        </p:nvSpPr>
        <p:spPr>
          <a:xfrm>
            <a:off x="1270221" y="5654041"/>
            <a:ext cx="150329" cy="396239"/>
          </a:xfrm>
          <a:prstGeom prst="rect">
            <a:avLst/>
          </a:prstGeom>
          <a:solidFill>
            <a:srgbClr val="6E5AE0">
              <a:alpha val="35000"/>
            </a:srgbClr>
          </a:solidFill>
          <a:ln/>
        </p:spPr>
        <p:txBody>
          <a:bodyPr/>
          <a:lstStyle/>
          <a:p>
            <a:endParaRPr lang="en-IN"/>
          </a:p>
        </p:txBody>
      </p:sp>
      <p:sp>
        <p:nvSpPr>
          <p:cNvPr id="6" name="Shape 4">
            <a:extLst>
              <a:ext uri="{FF2B5EF4-FFF2-40B4-BE49-F238E27FC236}">
                <a16:creationId xmlns:a16="http://schemas.microsoft.com/office/drawing/2014/main" id="{D2C5F2FC-7EB3-4634-6F23-0A3C08B0A9BF}"/>
              </a:ext>
            </a:extLst>
          </p:cNvPr>
          <p:cNvSpPr/>
          <p:nvPr/>
        </p:nvSpPr>
        <p:spPr>
          <a:xfrm>
            <a:off x="1510748" y="5643431"/>
            <a:ext cx="150329" cy="417458"/>
          </a:xfrm>
          <a:prstGeom prst="rect">
            <a:avLst/>
          </a:prstGeom>
          <a:solidFill>
            <a:srgbClr val="6E5AE0">
              <a:alpha val="35000"/>
            </a:srgbClr>
          </a:solidFill>
          <a:ln/>
        </p:spPr>
        <p:txBody>
          <a:bodyPr/>
          <a:lstStyle/>
          <a:p>
            <a:endParaRPr lang="en-IN"/>
          </a:p>
        </p:txBody>
      </p:sp>
      <p:sp>
        <p:nvSpPr>
          <p:cNvPr id="7" name="Shape 5">
            <a:extLst>
              <a:ext uri="{FF2B5EF4-FFF2-40B4-BE49-F238E27FC236}">
                <a16:creationId xmlns:a16="http://schemas.microsoft.com/office/drawing/2014/main" id="{B315FCD9-1711-088E-D0F0-C5A487F3A2FC}"/>
              </a:ext>
            </a:extLst>
          </p:cNvPr>
          <p:cNvSpPr/>
          <p:nvPr/>
        </p:nvSpPr>
        <p:spPr>
          <a:xfrm>
            <a:off x="1751275" y="5705938"/>
            <a:ext cx="150329" cy="292444"/>
          </a:xfrm>
          <a:prstGeom prst="rect">
            <a:avLst/>
          </a:prstGeom>
          <a:solidFill>
            <a:srgbClr val="6E5AE0">
              <a:alpha val="35000"/>
            </a:srgbClr>
          </a:solidFill>
          <a:ln/>
        </p:spPr>
        <p:txBody>
          <a:bodyPr/>
          <a:lstStyle/>
          <a:p>
            <a:endParaRPr lang="en-IN"/>
          </a:p>
        </p:txBody>
      </p:sp>
      <p:sp>
        <p:nvSpPr>
          <p:cNvPr id="8" name="Shape 6">
            <a:extLst>
              <a:ext uri="{FF2B5EF4-FFF2-40B4-BE49-F238E27FC236}">
                <a16:creationId xmlns:a16="http://schemas.microsoft.com/office/drawing/2014/main" id="{5C200D8F-4065-7536-1BD0-98FB2734D49B}"/>
              </a:ext>
            </a:extLst>
          </p:cNvPr>
          <p:cNvSpPr/>
          <p:nvPr/>
        </p:nvSpPr>
        <p:spPr>
          <a:xfrm>
            <a:off x="1991802" y="5511979"/>
            <a:ext cx="150329" cy="680362"/>
          </a:xfrm>
          <a:prstGeom prst="rect">
            <a:avLst/>
          </a:prstGeom>
          <a:solidFill>
            <a:srgbClr val="6E5AE0">
              <a:alpha val="35000"/>
            </a:srgbClr>
          </a:solidFill>
          <a:ln/>
        </p:spPr>
        <p:txBody>
          <a:bodyPr/>
          <a:lstStyle/>
          <a:p>
            <a:endParaRPr lang="en-IN"/>
          </a:p>
        </p:txBody>
      </p:sp>
      <p:sp>
        <p:nvSpPr>
          <p:cNvPr id="9" name="Shape 7">
            <a:extLst>
              <a:ext uri="{FF2B5EF4-FFF2-40B4-BE49-F238E27FC236}">
                <a16:creationId xmlns:a16="http://schemas.microsoft.com/office/drawing/2014/main" id="{0EAF77B6-5119-6458-EBAF-C98A924B99BB}"/>
              </a:ext>
            </a:extLst>
          </p:cNvPr>
          <p:cNvSpPr/>
          <p:nvPr/>
        </p:nvSpPr>
        <p:spPr>
          <a:xfrm>
            <a:off x="2232329" y="5403248"/>
            <a:ext cx="150329" cy="897823"/>
          </a:xfrm>
          <a:prstGeom prst="rect">
            <a:avLst/>
          </a:prstGeom>
          <a:solidFill>
            <a:srgbClr val="6E5AE0">
              <a:alpha val="35000"/>
            </a:srgbClr>
          </a:solidFill>
          <a:ln/>
        </p:spPr>
        <p:txBody>
          <a:bodyPr/>
          <a:lstStyle/>
          <a:p>
            <a:endParaRPr lang="en-IN"/>
          </a:p>
        </p:txBody>
      </p:sp>
      <p:sp>
        <p:nvSpPr>
          <p:cNvPr id="10" name="Shape 8">
            <a:extLst>
              <a:ext uri="{FF2B5EF4-FFF2-40B4-BE49-F238E27FC236}">
                <a16:creationId xmlns:a16="http://schemas.microsoft.com/office/drawing/2014/main" id="{4130A0C0-4BE7-16EF-027E-383E4121AB62}"/>
              </a:ext>
            </a:extLst>
          </p:cNvPr>
          <p:cNvSpPr/>
          <p:nvPr/>
        </p:nvSpPr>
        <p:spPr>
          <a:xfrm>
            <a:off x="2472856" y="5628815"/>
            <a:ext cx="150329" cy="446689"/>
          </a:xfrm>
          <a:prstGeom prst="rect">
            <a:avLst/>
          </a:prstGeom>
          <a:solidFill>
            <a:srgbClr val="6E5AE0">
              <a:alpha val="35000"/>
            </a:srgbClr>
          </a:solidFill>
          <a:ln/>
        </p:spPr>
        <p:txBody>
          <a:bodyPr/>
          <a:lstStyle/>
          <a:p>
            <a:endParaRPr lang="en-IN"/>
          </a:p>
        </p:txBody>
      </p:sp>
      <p:sp>
        <p:nvSpPr>
          <p:cNvPr id="11" name="Shape 9">
            <a:extLst>
              <a:ext uri="{FF2B5EF4-FFF2-40B4-BE49-F238E27FC236}">
                <a16:creationId xmlns:a16="http://schemas.microsoft.com/office/drawing/2014/main" id="{0FE1FAAA-0724-2E1B-81E6-0E697AEE7661}"/>
              </a:ext>
            </a:extLst>
          </p:cNvPr>
          <p:cNvSpPr/>
          <p:nvPr/>
        </p:nvSpPr>
        <p:spPr>
          <a:xfrm>
            <a:off x="2713383" y="5626758"/>
            <a:ext cx="150329" cy="450805"/>
          </a:xfrm>
          <a:prstGeom prst="rect">
            <a:avLst/>
          </a:prstGeom>
          <a:solidFill>
            <a:srgbClr val="6E5AE0">
              <a:alpha val="35000"/>
            </a:srgbClr>
          </a:solidFill>
          <a:ln/>
        </p:spPr>
        <p:txBody>
          <a:bodyPr/>
          <a:lstStyle/>
          <a:p>
            <a:endParaRPr lang="en-IN"/>
          </a:p>
        </p:txBody>
      </p:sp>
      <p:sp>
        <p:nvSpPr>
          <p:cNvPr id="12" name="Shape 10">
            <a:extLst>
              <a:ext uri="{FF2B5EF4-FFF2-40B4-BE49-F238E27FC236}">
                <a16:creationId xmlns:a16="http://schemas.microsoft.com/office/drawing/2014/main" id="{CAC183A5-D56F-6A5E-F93D-BC5C8383D546}"/>
              </a:ext>
            </a:extLst>
          </p:cNvPr>
          <p:cNvSpPr/>
          <p:nvPr/>
        </p:nvSpPr>
        <p:spPr>
          <a:xfrm>
            <a:off x="2953910" y="5631344"/>
            <a:ext cx="150329" cy="441633"/>
          </a:xfrm>
          <a:prstGeom prst="rect">
            <a:avLst/>
          </a:prstGeom>
          <a:solidFill>
            <a:srgbClr val="6E5AE0">
              <a:alpha val="35000"/>
            </a:srgbClr>
          </a:solidFill>
          <a:ln/>
        </p:spPr>
        <p:txBody>
          <a:bodyPr/>
          <a:lstStyle/>
          <a:p>
            <a:endParaRPr lang="en-IN"/>
          </a:p>
        </p:txBody>
      </p:sp>
      <p:sp>
        <p:nvSpPr>
          <p:cNvPr id="13" name="Shape 11">
            <a:extLst>
              <a:ext uri="{FF2B5EF4-FFF2-40B4-BE49-F238E27FC236}">
                <a16:creationId xmlns:a16="http://schemas.microsoft.com/office/drawing/2014/main" id="{C8B983BF-38F1-87E2-55F6-AE9CCB2FB655}"/>
              </a:ext>
            </a:extLst>
          </p:cNvPr>
          <p:cNvSpPr/>
          <p:nvPr/>
        </p:nvSpPr>
        <p:spPr>
          <a:xfrm>
            <a:off x="3194437" y="5615800"/>
            <a:ext cx="150329" cy="472719"/>
          </a:xfrm>
          <a:prstGeom prst="rect">
            <a:avLst/>
          </a:prstGeom>
          <a:solidFill>
            <a:srgbClr val="6E5AE0">
              <a:alpha val="35000"/>
            </a:srgbClr>
          </a:solidFill>
          <a:ln/>
        </p:spPr>
        <p:txBody>
          <a:bodyPr/>
          <a:lstStyle/>
          <a:p>
            <a:endParaRPr lang="en-IN"/>
          </a:p>
        </p:txBody>
      </p:sp>
      <p:sp>
        <p:nvSpPr>
          <p:cNvPr id="14" name="Shape 12">
            <a:extLst>
              <a:ext uri="{FF2B5EF4-FFF2-40B4-BE49-F238E27FC236}">
                <a16:creationId xmlns:a16="http://schemas.microsoft.com/office/drawing/2014/main" id="{1FE4C92B-5172-6692-A976-7B738E038CA8}"/>
              </a:ext>
            </a:extLst>
          </p:cNvPr>
          <p:cNvSpPr/>
          <p:nvPr/>
        </p:nvSpPr>
        <p:spPr>
          <a:xfrm>
            <a:off x="3434963" y="5490689"/>
            <a:ext cx="150329" cy="722943"/>
          </a:xfrm>
          <a:prstGeom prst="rect">
            <a:avLst/>
          </a:prstGeom>
          <a:solidFill>
            <a:srgbClr val="6E5AE0">
              <a:alpha val="35000"/>
            </a:srgbClr>
          </a:solidFill>
          <a:ln/>
        </p:spPr>
        <p:txBody>
          <a:bodyPr/>
          <a:lstStyle/>
          <a:p>
            <a:endParaRPr lang="en-IN"/>
          </a:p>
        </p:txBody>
      </p:sp>
      <p:sp>
        <p:nvSpPr>
          <p:cNvPr id="15" name="Shape 13">
            <a:extLst>
              <a:ext uri="{FF2B5EF4-FFF2-40B4-BE49-F238E27FC236}">
                <a16:creationId xmlns:a16="http://schemas.microsoft.com/office/drawing/2014/main" id="{D2AB3A20-4E7B-E13E-799D-DBF3205CA63C}"/>
              </a:ext>
            </a:extLst>
          </p:cNvPr>
          <p:cNvSpPr/>
          <p:nvPr/>
        </p:nvSpPr>
        <p:spPr>
          <a:xfrm>
            <a:off x="3675490" y="5565140"/>
            <a:ext cx="150329" cy="574040"/>
          </a:xfrm>
          <a:prstGeom prst="rect">
            <a:avLst/>
          </a:prstGeom>
          <a:solidFill>
            <a:srgbClr val="6E5AE0">
              <a:alpha val="35000"/>
            </a:srgbClr>
          </a:solidFill>
          <a:ln/>
        </p:spPr>
        <p:txBody>
          <a:bodyPr/>
          <a:lstStyle/>
          <a:p>
            <a:endParaRPr lang="en-IN"/>
          </a:p>
        </p:txBody>
      </p:sp>
      <p:sp>
        <p:nvSpPr>
          <p:cNvPr id="16" name="Shape 14">
            <a:extLst>
              <a:ext uri="{FF2B5EF4-FFF2-40B4-BE49-F238E27FC236}">
                <a16:creationId xmlns:a16="http://schemas.microsoft.com/office/drawing/2014/main" id="{037149F1-2825-6AAE-17D9-A9067079A78E}"/>
              </a:ext>
            </a:extLst>
          </p:cNvPr>
          <p:cNvSpPr/>
          <p:nvPr/>
        </p:nvSpPr>
        <p:spPr>
          <a:xfrm>
            <a:off x="3916017" y="5594452"/>
            <a:ext cx="150329" cy="515417"/>
          </a:xfrm>
          <a:prstGeom prst="rect">
            <a:avLst/>
          </a:prstGeom>
          <a:solidFill>
            <a:srgbClr val="6E5AE0">
              <a:alpha val="35000"/>
            </a:srgbClr>
          </a:solidFill>
          <a:ln/>
        </p:spPr>
        <p:txBody>
          <a:bodyPr/>
          <a:lstStyle/>
          <a:p>
            <a:endParaRPr lang="en-IN"/>
          </a:p>
        </p:txBody>
      </p:sp>
      <p:sp>
        <p:nvSpPr>
          <p:cNvPr id="17" name="Shape 15">
            <a:extLst>
              <a:ext uri="{FF2B5EF4-FFF2-40B4-BE49-F238E27FC236}">
                <a16:creationId xmlns:a16="http://schemas.microsoft.com/office/drawing/2014/main" id="{AE37A526-6A04-CE47-2BFA-9B12E42727A6}"/>
              </a:ext>
            </a:extLst>
          </p:cNvPr>
          <p:cNvSpPr/>
          <p:nvPr/>
        </p:nvSpPr>
        <p:spPr>
          <a:xfrm>
            <a:off x="4156544" y="5441662"/>
            <a:ext cx="150329" cy="820997"/>
          </a:xfrm>
          <a:prstGeom prst="rect">
            <a:avLst/>
          </a:prstGeom>
          <a:solidFill>
            <a:srgbClr val="6E5AE0">
              <a:alpha val="35000"/>
            </a:srgbClr>
          </a:solidFill>
          <a:ln/>
        </p:spPr>
        <p:txBody>
          <a:bodyPr/>
          <a:lstStyle/>
          <a:p>
            <a:endParaRPr lang="en-IN"/>
          </a:p>
        </p:txBody>
      </p:sp>
      <p:sp>
        <p:nvSpPr>
          <p:cNvPr id="18" name="Shape 16">
            <a:extLst>
              <a:ext uri="{FF2B5EF4-FFF2-40B4-BE49-F238E27FC236}">
                <a16:creationId xmlns:a16="http://schemas.microsoft.com/office/drawing/2014/main" id="{28DC215E-7BC1-42CB-2770-59EC6B28DF7C}"/>
              </a:ext>
            </a:extLst>
          </p:cNvPr>
          <p:cNvSpPr/>
          <p:nvPr/>
        </p:nvSpPr>
        <p:spPr>
          <a:xfrm>
            <a:off x="4397071" y="5581106"/>
            <a:ext cx="150329" cy="542108"/>
          </a:xfrm>
          <a:prstGeom prst="rect">
            <a:avLst/>
          </a:prstGeom>
          <a:solidFill>
            <a:srgbClr val="6E5AE0">
              <a:alpha val="35000"/>
            </a:srgbClr>
          </a:solidFill>
          <a:ln/>
        </p:spPr>
        <p:txBody>
          <a:bodyPr/>
          <a:lstStyle/>
          <a:p>
            <a:endParaRPr lang="en-IN"/>
          </a:p>
        </p:txBody>
      </p:sp>
      <p:sp>
        <p:nvSpPr>
          <p:cNvPr id="19" name="Shape 17">
            <a:extLst>
              <a:ext uri="{FF2B5EF4-FFF2-40B4-BE49-F238E27FC236}">
                <a16:creationId xmlns:a16="http://schemas.microsoft.com/office/drawing/2014/main" id="{A1CB6525-814E-62EC-C9F9-1E3E32EDDCFF}"/>
              </a:ext>
            </a:extLst>
          </p:cNvPr>
          <p:cNvSpPr/>
          <p:nvPr/>
        </p:nvSpPr>
        <p:spPr>
          <a:xfrm>
            <a:off x="4637598" y="5686395"/>
            <a:ext cx="150329" cy="331530"/>
          </a:xfrm>
          <a:prstGeom prst="rect">
            <a:avLst/>
          </a:prstGeom>
          <a:solidFill>
            <a:srgbClr val="6E5AE0">
              <a:alpha val="35000"/>
            </a:srgbClr>
          </a:solidFill>
          <a:ln/>
        </p:spPr>
        <p:txBody>
          <a:bodyPr/>
          <a:lstStyle/>
          <a:p>
            <a:endParaRPr lang="en-IN"/>
          </a:p>
        </p:txBody>
      </p:sp>
      <p:sp>
        <p:nvSpPr>
          <p:cNvPr id="20" name="Shape 18">
            <a:extLst>
              <a:ext uri="{FF2B5EF4-FFF2-40B4-BE49-F238E27FC236}">
                <a16:creationId xmlns:a16="http://schemas.microsoft.com/office/drawing/2014/main" id="{2AF4F527-BCCB-0B55-DF31-380D46D2D7F3}"/>
              </a:ext>
            </a:extLst>
          </p:cNvPr>
          <p:cNvSpPr/>
          <p:nvPr/>
        </p:nvSpPr>
        <p:spPr>
          <a:xfrm>
            <a:off x="4878125" y="5671418"/>
            <a:ext cx="150329" cy="361484"/>
          </a:xfrm>
          <a:prstGeom prst="rect">
            <a:avLst/>
          </a:prstGeom>
          <a:solidFill>
            <a:srgbClr val="6E5AE0">
              <a:alpha val="35000"/>
            </a:srgbClr>
          </a:solidFill>
          <a:ln/>
        </p:spPr>
        <p:txBody>
          <a:bodyPr/>
          <a:lstStyle/>
          <a:p>
            <a:endParaRPr lang="en-IN"/>
          </a:p>
        </p:txBody>
      </p:sp>
      <p:sp>
        <p:nvSpPr>
          <p:cNvPr id="21" name="Shape 19">
            <a:extLst>
              <a:ext uri="{FF2B5EF4-FFF2-40B4-BE49-F238E27FC236}">
                <a16:creationId xmlns:a16="http://schemas.microsoft.com/office/drawing/2014/main" id="{CF44654B-99AE-9541-FD57-64AE2965F78B}"/>
              </a:ext>
            </a:extLst>
          </p:cNvPr>
          <p:cNvSpPr/>
          <p:nvPr/>
        </p:nvSpPr>
        <p:spPr>
          <a:xfrm>
            <a:off x="5118652" y="5668827"/>
            <a:ext cx="150329" cy="366666"/>
          </a:xfrm>
          <a:prstGeom prst="rect">
            <a:avLst/>
          </a:prstGeom>
          <a:solidFill>
            <a:srgbClr val="6E5AE0">
              <a:alpha val="35000"/>
            </a:srgbClr>
          </a:solidFill>
          <a:ln/>
        </p:spPr>
        <p:txBody>
          <a:bodyPr/>
          <a:lstStyle/>
          <a:p>
            <a:endParaRPr lang="en-IN"/>
          </a:p>
        </p:txBody>
      </p:sp>
      <p:sp>
        <p:nvSpPr>
          <p:cNvPr id="22" name="Shape 20">
            <a:extLst>
              <a:ext uri="{FF2B5EF4-FFF2-40B4-BE49-F238E27FC236}">
                <a16:creationId xmlns:a16="http://schemas.microsoft.com/office/drawing/2014/main" id="{00E16A64-C21A-7797-7FD4-D4140DB11D6E}"/>
              </a:ext>
            </a:extLst>
          </p:cNvPr>
          <p:cNvSpPr/>
          <p:nvPr/>
        </p:nvSpPr>
        <p:spPr>
          <a:xfrm>
            <a:off x="5359179" y="5430692"/>
            <a:ext cx="150329" cy="842936"/>
          </a:xfrm>
          <a:prstGeom prst="rect">
            <a:avLst/>
          </a:prstGeom>
          <a:solidFill>
            <a:srgbClr val="6E5AE0">
              <a:alpha val="35000"/>
            </a:srgbClr>
          </a:solidFill>
          <a:ln/>
        </p:spPr>
        <p:txBody>
          <a:bodyPr/>
          <a:lstStyle/>
          <a:p>
            <a:endParaRPr lang="en-IN"/>
          </a:p>
        </p:txBody>
      </p:sp>
      <p:sp>
        <p:nvSpPr>
          <p:cNvPr id="23" name="Shape 21">
            <a:extLst>
              <a:ext uri="{FF2B5EF4-FFF2-40B4-BE49-F238E27FC236}">
                <a16:creationId xmlns:a16="http://schemas.microsoft.com/office/drawing/2014/main" id="{2B480F6A-06AC-B294-E2D8-B41F3BC03607}"/>
              </a:ext>
            </a:extLst>
          </p:cNvPr>
          <p:cNvSpPr/>
          <p:nvPr/>
        </p:nvSpPr>
        <p:spPr>
          <a:xfrm>
            <a:off x="5599706" y="5466819"/>
            <a:ext cx="150329" cy="770683"/>
          </a:xfrm>
          <a:prstGeom prst="rect">
            <a:avLst/>
          </a:prstGeom>
          <a:solidFill>
            <a:srgbClr val="6E5AE0">
              <a:alpha val="35000"/>
            </a:srgbClr>
          </a:solidFill>
          <a:ln/>
        </p:spPr>
        <p:txBody>
          <a:bodyPr/>
          <a:lstStyle/>
          <a:p>
            <a:endParaRPr lang="en-IN"/>
          </a:p>
        </p:txBody>
      </p:sp>
      <p:sp>
        <p:nvSpPr>
          <p:cNvPr id="24" name="Shape 22">
            <a:extLst>
              <a:ext uri="{FF2B5EF4-FFF2-40B4-BE49-F238E27FC236}">
                <a16:creationId xmlns:a16="http://schemas.microsoft.com/office/drawing/2014/main" id="{1895568B-3572-BFF7-B389-D3A433943400}"/>
              </a:ext>
            </a:extLst>
          </p:cNvPr>
          <p:cNvSpPr/>
          <p:nvPr/>
        </p:nvSpPr>
        <p:spPr>
          <a:xfrm>
            <a:off x="5840233" y="5720347"/>
            <a:ext cx="150329" cy="263627"/>
          </a:xfrm>
          <a:prstGeom prst="rect">
            <a:avLst/>
          </a:prstGeom>
          <a:solidFill>
            <a:srgbClr val="6E5AE0">
              <a:alpha val="35000"/>
            </a:srgbClr>
          </a:solidFill>
          <a:ln/>
        </p:spPr>
        <p:txBody>
          <a:bodyPr/>
          <a:lstStyle/>
          <a:p>
            <a:endParaRPr lang="en-IN"/>
          </a:p>
        </p:txBody>
      </p:sp>
      <p:sp>
        <p:nvSpPr>
          <p:cNvPr id="25" name="Shape 23">
            <a:extLst>
              <a:ext uri="{FF2B5EF4-FFF2-40B4-BE49-F238E27FC236}">
                <a16:creationId xmlns:a16="http://schemas.microsoft.com/office/drawing/2014/main" id="{4A2E65B7-D69E-69F3-F76D-E10E7E626FC5}"/>
              </a:ext>
            </a:extLst>
          </p:cNvPr>
          <p:cNvSpPr/>
          <p:nvPr/>
        </p:nvSpPr>
        <p:spPr>
          <a:xfrm>
            <a:off x="6080760" y="5579619"/>
            <a:ext cx="150329" cy="545081"/>
          </a:xfrm>
          <a:prstGeom prst="rect">
            <a:avLst/>
          </a:prstGeom>
          <a:solidFill>
            <a:srgbClr val="6E5AE0">
              <a:alpha val="35000"/>
            </a:srgbClr>
          </a:solidFill>
          <a:ln/>
        </p:spPr>
        <p:txBody>
          <a:bodyPr/>
          <a:lstStyle/>
          <a:p>
            <a:endParaRPr lang="en-IN"/>
          </a:p>
        </p:txBody>
      </p:sp>
      <p:sp>
        <p:nvSpPr>
          <p:cNvPr id="26" name="Shape 24">
            <a:extLst>
              <a:ext uri="{FF2B5EF4-FFF2-40B4-BE49-F238E27FC236}">
                <a16:creationId xmlns:a16="http://schemas.microsoft.com/office/drawing/2014/main" id="{2F987B5E-7649-84AB-18E9-6D990B3FE0FC}"/>
              </a:ext>
            </a:extLst>
          </p:cNvPr>
          <p:cNvSpPr/>
          <p:nvPr/>
        </p:nvSpPr>
        <p:spPr>
          <a:xfrm>
            <a:off x="6321287" y="5627326"/>
            <a:ext cx="150329" cy="449668"/>
          </a:xfrm>
          <a:prstGeom prst="rect">
            <a:avLst/>
          </a:prstGeom>
          <a:solidFill>
            <a:srgbClr val="6E5AE0">
              <a:alpha val="35000"/>
            </a:srgbClr>
          </a:solidFill>
          <a:ln/>
        </p:spPr>
        <p:txBody>
          <a:bodyPr/>
          <a:lstStyle/>
          <a:p>
            <a:endParaRPr lang="en-IN"/>
          </a:p>
        </p:txBody>
      </p:sp>
      <p:sp>
        <p:nvSpPr>
          <p:cNvPr id="27" name="Shape 25">
            <a:extLst>
              <a:ext uri="{FF2B5EF4-FFF2-40B4-BE49-F238E27FC236}">
                <a16:creationId xmlns:a16="http://schemas.microsoft.com/office/drawing/2014/main" id="{44D5B4E2-3651-A1CC-1DAC-A43EB5261DA2}"/>
              </a:ext>
            </a:extLst>
          </p:cNvPr>
          <p:cNvSpPr/>
          <p:nvPr/>
        </p:nvSpPr>
        <p:spPr>
          <a:xfrm>
            <a:off x="6561814" y="5578491"/>
            <a:ext cx="150329" cy="547338"/>
          </a:xfrm>
          <a:prstGeom prst="rect">
            <a:avLst/>
          </a:prstGeom>
          <a:solidFill>
            <a:srgbClr val="6E5AE0">
              <a:alpha val="35000"/>
            </a:srgbClr>
          </a:solidFill>
          <a:ln/>
        </p:spPr>
        <p:txBody>
          <a:bodyPr/>
          <a:lstStyle/>
          <a:p>
            <a:endParaRPr lang="en-IN"/>
          </a:p>
        </p:txBody>
      </p:sp>
      <p:sp>
        <p:nvSpPr>
          <p:cNvPr id="28" name="Shape 26">
            <a:extLst>
              <a:ext uri="{FF2B5EF4-FFF2-40B4-BE49-F238E27FC236}">
                <a16:creationId xmlns:a16="http://schemas.microsoft.com/office/drawing/2014/main" id="{65829490-E6D1-8234-D733-5B4ED5B55EFA}"/>
              </a:ext>
            </a:extLst>
          </p:cNvPr>
          <p:cNvSpPr/>
          <p:nvPr/>
        </p:nvSpPr>
        <p:spPr>
          <a:xfrm>
            <a:off x="6802341" y="5502241"/>
            <a:ext cx="150329" cy="699837"/>
          </a:xfrm>
          <a:prstGeom prst="rect">
            <a:avLst/>
          </a:prstGeom>
          <a:solidFill>
            <a:srgbClr val="6E5AE0">
              <a:alpha val="35000"/>
            </a:srgbClr>
          </a:solidFill>
          <a:ln/>
        </p:spPr>
        <p:txBody>
          <a:bodyPr/>
          <a:lstStyle/>
          <a:p>
            <a:endParaRPr lang="en-IN"/>
          </a:p>
        </p:txBody>
      </p:sp>
      <p:sp>
        <p:nvSpPr>
          <p:cNvPr id="29" name="Shape 27">
            <a:extLst>
              <a:ext uri="{FF2B5EF4-FFF2-40B4-BE49-F238E27FC236}">
                <a16:creationId xmlns:a16="http://schemas.microsoft.com/office/drawing/2014/main" id="{7D9408D8-F008-E7B6-4554-C9F95E4BFCE5}"/>
              </a:ext>
            </a:extLst>
          </p:cNvPr>
          <p:cNvSpPr/>
          <p:nvPr/>
        </p:nvSpPr>
        <p:spPr>
          <a:xfrm>
            <a:off x="7042868" y="5693359"/>
            <a:ext cx="150329" cy="317602"/>
          </a:xfrm>
          <a:prstGeom prst="rect">
            <a:avLst/>
          </a:prstGeom>
          <a:solidFill>
            <a:srgbClr val="6E5AE0">
              <a:alpha val="35000"/>
            </a:srgbClr>
          </a:solidFill>
          <a:ln/>
        </p:spPr>
        <p:txBody>
          <a:bodyPr/>
          <a:lstStyle/>
          <a:p>
            <a:endParaRPr lang="en-IN"/>
          </a:p>
        </p:txBody>
      </p:sp>
      <p:sp>
        <p:nvSpPr>
          <p:cNvPr id="30" name="Shape 28">
            <a:extLst>
              <a:ext uri="{FF2B5EF4-FFF2-40B4-BE49-F238E27FC236}">
                <a16:creationId xmlns:a16="http://schemas.microsoft.com/office/drawing/2014/main" id="{8F4F711D-3301-A600-6464-B15EEEE0E36D}"/>
              </a:ext>
            </a:extLst>
          </p:cNvPr>
          <p:cNvSpPr/>
          <p:nvPr/>
        </p:nvSpPr>
        <p:spPr>
          <a:xfrm>
            <a:off x="7283395" y="5480217"/>
            <a:ext cx="150329" cy="743885"/>
          </a:xfrm>
          <a:prstGeom prst="rect">
            <a:avLst/>
          </a:prstGeom>
          <a:solidFill>
            <a:srgbClr val="6E5AE0">
              <a:alpha val="35000"/>
            </a:srgbClr>
          </a:solidFill>
          <a:ln/>
        </p:spPr>
        <p:txBody>
          <a:bodyPr/>
          <a:lstStyle/>
          <a:p>
            <a:endParaRPr lang="en-IN"/>
          </a:p>
        </p:txBody>
      </p:sp>
      <p:sp>
        <p:nvSpPr>
          <p:cNvPr id="31" name="Shape 29">
            <a:extLst>
              <a:ext uri="{FF2B5EF4-FFF2-40B4-BE49-F238E27FC236}">
                <a16:creationId xmlns:a16="http://schemas.microsoft.com/office/drawing/2014/main" id="{F05EFB09-151F-3E98-BF02-5332EA13EEB9}"/>
              </a:ext>
            </a:extLst>
          </p:cNvPr>
          <p:cNvSpPr/>
          <p:nvPr/>
        </p:nvSpPr>
        <p:spPr>
          <a:xfrm>
            <a:off x="7523922" y="5462861"/>
            <a:ext cx="150329" cy="778597"/>
          </a:xfrm>
          <a:prstGeom prst="rect">
            <a:avLst/>
          </a:prstGeom>
          <a:solidFill>
            <a:srgbClr val="6E5AE0">
              <a:alpha val="35000"/>
            </a:srgbClr>
          </a:solidFill>
          <a:ln/>
        </p:spPr>
        <p:txBody>
          <a:bodyPr/>
          <a:lstStyle/>
          <a:p>
            <a:endParaRPr lang="en-IN"/>
          </a:p>
        </p:txBody>
      </p:sp>
      <p:sp>
        <p:nvSpPr>
          <p:cNvPr id="32" name="Shape 30">
            <a:extLst>
              <a:ext uri="{FF2B5EF4-FFF2-40B4-BE49-F238E27FC236}">
                <a16:creationId xmlns:a16="http://schemas.microsoft.com/office/drawing/2014/main" id="{BA668C74-684E-655F-8099-0791005F85D6}"/>
              </a:ext>
            </a:extLst>
          </p:cNvPr>
          <p:cNvSpPr/>
          <p:nvPr/>
        </p:nvSpPr>
        <p:spPr>
          <a:xfrm>
            <a:off x="7764449" y="5652113"/>
            <a:ext cx="150329" cy="400094"/>
          </a:xfrm>
          <a:prstGeom prst="rect">
            <a:avLst/>
          </a:prstGeom>
          <a:solidFill>
            <a:srgbClr val="6E5AE0">
              <a:alpha val="35000"/>
            </a:srgbClr>
          </a:solidFill>
          <a:ln/>
        </p:spPr>
        <p:txBody>
          <a:bodyPr/>
          <a:lstStyle/>
          <a:p>
            <a:endParaRPr lang="en-IN"/>
          </a:p>
        </p:txBody>
      </p:sp>
      <p:sp>
        <p:nvSpPr>
          <p:cNvPr id="33" name="Shape 31">
            <a:extLst>
              <a:ext uri="{FF2B5EF4-FFF2-40B4-BE49-F238E27FC236}">
                <a16:creationId xmlns:a16="http://schemas.microsoft.com/office/drawing/2014/main" id="{335D2A90-2EFC-CDCB-03FC-9AF024C9C791}"/>
              </a:ext>
            </a:extLst>
          </p:cNvPr>
          <p:cNvSpPr/>
          <p:nvPr/>
        </p:nvSpPr>
        <p:spPr>
          <a:xfrm>
            <a:off x="8004976" y="5712021"/>
            <a:ext cx="150329" cy="280278"/>
          </a:xfrm>
          <a:prstGeom prst="rect">
            <a:avLst/>
          </a:prstGeom>
          <a:solidFill>
            <a:srgbClr val="6E5AE0">
              <a:alpha val="35000"/>
            </a:srgbClr>
          </a:solidFill>
          <a:ln/>
        </p:spPr>
        <p:txBody>
          <a:bodyPr/>
          <a:lstStyle/>
          <a:p>
            <a:endParaRPr lang="en-IN"/>
          </a:p>
        </p:txBody>
      </p:sp>
      <p:sp>
        <p:nvSpPr>
          <p:cNvPr id="34" name="Shape 32">
            <a:extLst>
              <a:ext uri="{FF2B5EF4-FFF2-40B4-BE49-F238E27FC236}">
                <a16:creationId xmlns:a16="http://schemas.microsoft.com/office/drawing/2014/main" id="{803E427A-7511-0F36-5FA0-3B05D8849DB4}"/>
              </a:ext>
            </a:extLst>
          </p:cNvPr>
          <p:cNvSpPr/>
          <p:nvPr/>
        </p:nvSpPr>
        <p:spPr>
          <a:xfrm>
            <a:off x="8245503" y="5720111"/>
            <a:ext cx="150329" cy="264099"/>
          </a:xfrm>
          <a:prstGeom prst="rect">
            <a:avLst/>
          </a:prstGeom>
          <a:solidFill>
            <a:srgbClr val="6E5AE0">
              <a:alpha val="35000"/>
            </a:srgbClr>
          </a:solidFill>
          <a:ln/>
        </p:spPr>
        <p:txBody>
          <a:bodyPr/>
          <a:lstStyle/>
          <a:p>
            <a:endParaRPr lang="en-IN"/>
          </a:p>
        </p:txBody>
      </p:sp>
      <p:sp>
        <p:nvSpPr>
          <p:cNvPr id="35" name="Shape 33">
            <a:extLst>
              <a:ext uri="{FF2B5EF4-FFF2-40B4-BE49-F238E27FC236}">
                <a16:creationId xmlns:a16="http://schemas.microsoft.com/office/drawing/2014/main" id="{D4962CE3-D23F-D179-F623-2B35D400A056}"/>
              </a:ext>
            </a:extLst>
          </p:cNvPr>
          <p:cNvSpPr/>
          <p:nvPr/>
        </p:nvSpPr>
        <p:spPr>
          <a:xfrm>
            <a:off x="8486030" y="5564486"/>
            <a:ext cx="150329" cy="575348"/>
          </a:xfrm>
          <a:prstGeom prst="rect">
            <a:avLst/>
          </a:prstGeom>
          <a:solidFill>
            <a:srgbClr val="6E5AE0">
              <a:alpha val="35000"/>
            </a:srgbClr>
          </a:solidFill>
          <a:ln/>
        </p:spPr>
        <p:txBody>
          <a:bodyPr/>
          <a:lstStyle/>
          <a:p>
            <a:endParaRPr lang="en-IN"/>
          </a:p>
        </p:txBody>
      </p:sp>
      <p:sp>
        <p:nvSpPr>
          <p:cNvPr id="36" name="Shape 34">
            <a:extLst>
              <a:ext uri="{FF2B5EF4-FFF2-40B4-BE49-F238E27FC236}">
                <a16:creationId xmlns:a16="http://schemas.microsoft.com/office/drawing/2014/main" id="{72FF05B5-4C98-A903-566C-742D1DB1EED1}"/>
              </a:ext>
            </a:extLst>
          </p:cNvPr>
          <p:cNvSpPr/>
          <p:nvPr/>
        </p:nvSpPr>
        <p:spPr>
          <a:xfrm>
            <a:off x="8726557" y="5404625"/>
            <a:ext cx="150329" cy="895069"/>
          </a:xfrm>
          <a:prstGeom prst="rect">
            <a:avLst/>
          </a:prstGeom>
          <a:solidFill>
            <a:srgbClr val="6E5AE0">
              <a:alpha val="35000"/>
            </a:srgbClr>
          </a:solidFill>
          <a:ln/>
        </p:spPr>
        <p:txBody>
          <a:bodyPr/>
          <a:lstStyle/>
          <a:p>
            <a:endParaRPr lang="en-IN"/>
          </a:p>
        </p:txBody>
      </p:sp>
      <p:sp>
        <p:nvSpPr>
          <p:cNvPr id="37" name="Shape 35">
            <a:extLst>
              <a:ext uri="{FF2B5EF4-FFF2-40B4-BE49-F238E27FC236}">
                <a16:creationId xmlns:a16="http://schemas.microsoft.com/office/drawing/2014/main" id="{DE9AB299-061E-36DE-4F17-385990040D2A}"/>
              </a:ext>
            </a:extLst>
          </p:cNvPr>
          <p:cNvSpPr/>
          <p:nvPr/>
        </p:nvSpPr>
        <p:spPr>
          <a:xfrm>
            <a:off x="8967083" y="5580117"/>
            <a:ext cx="150329" cy="544086"/>
          </a:xfrm>
          <a:prstGeom prst="rect">
            <a:avLst/>
          </a:prstGeom>
          <a:solidFill>
            <a:srgbClr val="6E5AE0">
              <a:alpha val="35000"/>
            </a:srgbClr>
          </a:solidFill>
          <a:ln/>
        </p:spPr>
        <p:txBody>
          <a:bodyPr/>
          <a:lstStyle/>
          <a:p>
            <a:endParaRPr lang="en-IN"/>
          </a:p>
        </p:txBody>
      </p:sp>
      <p:sp>
        <p:nvSpPr>
          <p:cNvPr id="38" name="Shape 36">
            <a:extLst>
              <a:ext uri="{FF2B5EF4-FFF2-40B4-BE49-F238E27FC236}">
                <a16:creationId xmlns:a16="http://schemas.microsoft.com/office/drawing/2014/main" id="{7FD77618-8FA9-4E03-5DE0-0A55F64DA5CA}"/>
              </a:ext>
            </a:extLst>
          </p:cNvPr>
          <p:cNvSpPr/>
          <p:nvPr/>
        </p:nvSpPr>
        <p:spPr>
          <a:xfrm>
            <a:off x="9207610" y="5609646"/>
            <a:ext cx="150329" cy="485027"/>
          </a:xfrm>
          <a:prstGeom prst="rect">
            <a:avLst/>
          </a:prstGeom>
          <a:solidFill>
            <a:srgbClr val="6E5AE0">
              <a:alpha val="35000"/>
            </a:srgbClr>
          </a:solidFill>
          <a:ln/>
        </p:spPr>
        <p:txBody>
          <a:bodyPr/>
          <a:lstStyle/>
          <a:p>
            <a:endParaRPr lang="en-IN"/>
          </a:p>
        </p:txBody>
      </p:sp>
      <p:sp>
        <p:nvSpPr>
          <p:cNvPr id="39" name="Shape 37">
            <a:extLst>
              <a:ext uri="{FF2B5EF4-FFF2-40B4-BE49-F238E27FC236}">
                <a16:creationId xmlns:a16="http://schemas.microsoft.com/office/drawing/2014/main" id="{7DEC7E6F-0B21-D0C2-15CE-CFAA780D7842}"/>
              </a:ext>
            </a:extLst>
          </p:cNvPr>
          <p:cNvSpPr/>
          <p:nvPr/>
        </p:nvSpPr>
        <p:spPr>
          <a:xfrm>
            <a:off x="9448137" y="5565461"/>
            <a:ext cx="150329" cy="573397"/>
          </a:xfrm>
          <a:prstGeom prst="rect">
            <a:avLst/>
          </a:prstGeom>
          <a:solidFill>
            <a:srgbClr val="6E5AE0">
              <a:alpha val="35000"/>
            </a:srgbClr>
          </a:solidFill>
          <a:ln/>
        </p:spPr>
        <p:txBody>
          <a:bodyPr/>
          <a:lstStyle/>
          <a:p>
            <a:endParaRPr lang="en-IN"/>
          </a:p>
        </p:txBody>
      </p:sp>
      <p:sp>
        <p:nvSpPr>
          <p:cNvPr id="40" name="Shape 38">
            <a:extLst>
              <a:ext uri="{FF2B5EF4-FFF2-40B4-BE49-F238E27FC236}">
                <a16:creationId xmlns:a16="http://schemas.microsoft.com/office/drawing/2014/main" id="{62792B05-F132-2097-55B8-3EEB2B25CC3F}"/>
              </a:ext>
            </a:extLst>
          </p:cNvPr>
          <p:cNvSpPr/>
          <p:nvPr/>
        </p:nvSpPr>
        <p:spPr>
          <a:xfrm>
            <a:off x="9688664" y="5624409"/>
            <a:ext cx="150329" cy="455502"/>
          </a:xfrm>
          <a:prstGeom prst="rect">
            <a:avLst/>
          </a:prstGeom>
          <a:solidFill>
            <a:srgbClr val="6E5AE0">
              <a:alpha val="35000"/>
            </a:srgbClr>
          </a:solidFill>
          <a:ln/>
        </p:spPr>
        <p:txBody>
          <a:bodyPr/>
          <a:lstStyle/>
          <a:p>
            <a:endParaRPr lang="en-IN"/>
          </a:p>
        </p:txBody>
      </p:sp>
      <p:sp>
        <p:nvSpPr>
          <p:cNvPr id="41" name="Shape 39">
            <a:extLst>
              <a:ext uri="{FF2B5EF4-FFF2-40B4-BE49-F238E27FC236}">
                <a16:creationId xmlns:a16="http://schemas.microsoft.com/office/drawing/2014/main" id="{E2639E32-67DD-5AEF-2CB4-C05DD772059E}"/>
              </a:ext>
            </a:extLst>
          </p:cNvPr>
          <p:cNvSpPr/>
          <p:nvPr/>
        </p:nvSpPr>
        <p:spPr>
          <a:xfrm>
            <a:off x="9929191" y="5553515"/>
            <a:ext cx="150329" cy="597289"/>
          </a:xfrm>
          <a:prstGeom prst="rect">
            <a:avLst/>
          </a:prstGeom>
          <a:solidFill>
            <a:srgbClr val="6E5AE0">
              <a:alpha val="35000"/>
            </a:srgbClr>
          </a:solidFill>
          <a:ln/>
        </p:spPr>
        <p:txBody>
          <a:bodyPr/>
          <a:lstStyle/>
          <a:p>
            <a:endParaRPr lang="en-IN"/>
          </a:p>
        </p:txBody>
      </p:sp>
      <p:sp>
        <p:nvSpPr>
          <p:cNvPr id="42" name="Shape 40">
            <a:extLst>
              <a:ext uri="{FF2B5EF4-FFF2-40B4-BE49-F238E27FC236}">
                <a16:creationId xmlns:a16="http://schemas.microsoft.com/office/drawing/2014/main" id="{61E16C73-4609-152F-9F01-6695AD57E06D}"/>
              </a:ext>
            </a:extLst>
          </p:cNvPr>
          <p:cNvSpPr/>
          <p:nvPr/>
        </p:nvSpPr>
        <p:spPr>
          <a:xfrm>
            <a:off x="10169718" y="5561631"/>
            <a:ext cx="150329" cy="581057"/>
          </a:xfrm>
          <a:prstGeom prst="rect">
            <a:avLst/>
          </a:prstGeom>
          <a:solidFill>
            <a:srgbClr val="6E5AE0">
              <a:alpha val="35000"/>
            </a:srgbClr>
          </a:solidFill>
          <a:ln/>
        </p:spPr>
        <p:txBody>
          <a:bodyPr/>
          <a:lstStyle/>
          <a:p>
            <a:endParaRPr lang="en-IN"/>
          </a:p>
        </p:txBody>
      </p:sp>
      <p:sp>
        <p:nvSpPr>
          <p:cNvPr id="43" name="Shape 41">
            <a:extLst>
              <a:ext uri="{FF2B5EF4-FFF2-40B4-BE49-F238E27FC236}">
                <a16:creationId xmlns:a16="http://schemas.microsoft.com/office/drawing/2014/main" id="{6FAF591A-F2CD-9D7B-DD23-A086E514E5CD}"/>
              </a:ext>
            </a:extLst>
          </p:cNvPr>
          <p:cNvSpPr/>
          <p:nvPr/>
        </p:nvSpPr>
        <p:spPr>
          <a:xfrm>
            <a:off x="10410245" y="5639288"/>
            <a:ext cx="150329" cy="425745"/>
          </a:xfrm>
          <a:prstGeom prst="rect">
            <a:avLst/>
          </a:prstGeom>
          <a:solidFill>
            <a:srgbClr val="6E5AE0">
              <a:alpha val="35000"/>
            </a:srgbClr>
          </a:solidFill>
          <a:ln/>
        </p:spPr>
        <p:txBody>
          <a:bodyPr/>
          <a:lstStyle/>
          <a:p>
            <a:endParaRPr lang="en-IN"/>
          </a:p>
        </p:txBody>
      </p:sp>
      <p:sp>
        <p:nvSpPr>
          <p:cNvPr id="44" name="Shape 42">
            <a:extLst>
              <a:ext uri="{FF2B5EF4-FFF2-40B4-BE49-F238E27FC236}">
                <a16:creationId xmlns:a16="http://schemas.microsoft.com/office/drawing/2014/main" id="{8BFF1E93-5D15-376D-DF44-D01834B08B13}"/>
              </a:ext>
            </a:extLst>
          </p:cNvPr>
          <p:cNvSpPr/>
          <p:nvPr/>
        </p:nvSpPr>
        <p:spPr>
          <a:xfrm>
            <a:off x="10650772" y="5417564"/>
            <a:ext cx="150329" cy="869192"/>
          </a:xfrm>
          <a:prstGeom prst="rect">
            <a:avLst/>
          </a:prstGeom>
          <a:solidFill>
            <a:srgbClr val="6E5AE0">
              <a:alpha val="35000"/>
            </a:srgbClr>
          </a:solidFill>
          <a:ln/>
        </p:spPr>
        <p:txBody>
          <a:bodyPr/>
          <a:lstStyle/>
          <a:p>
            <a:endParaRPr lang="en-IN"/>
          </a:p>
        </p:txBody>
      </p:sp>
      <p:sp>
        <p:nvSpPr>
          <p:cNvPr id="45" name="Shape 43">
            <a:extLst>
              <a:ext uri="{FF2B5EF4-FFF2-40B4-BE49-F238E27FC236}">
                <a16:creationId xmlns:a16="http://schemas.microsoft.com/office/drawing/2014/main" id="{6F7D3698-033A-9DDE-4EDE-A2A8D96A07CF}"/>
              </a:ext>
            </a:extLst>
          </p:cNvPr>
          <p:cNvSpPr/>
          <p:nvPr/>
        </p:nvSpPr>
        <p:spPr>
          <a:xfrm>
            <a:off x="10891299" y="5529756"/>
            <a:ext cx="150329" cy="644808"/>
          </a:xfrm>
          <a:prstGeom prst="rect">
            <a:avLst/>
          </a:prstGeom>
          <a:solidFill>
            <a:srgbClr val="6E5AE0">
              <a:alpha val="35000"/>
            </a:srgbClr>
          </a:solidFill>
          <a:ln/>
        </p:spPr>
        <p:txBody>
          <a:bodyPr/>
          <a:lstStyle/>
          <a:p>
            <a:endParaRPr lang="en-IN"/>
          </a:p>
        </p:txBody>
      </p:sp>
      <p:sp>
        <p:nvSpPr>
          <p:cNvPr id="46" name="Shape 44">
            <a:extLst>
              <a:ext uri="{FF2B5EF4-FFF2-40B4-BE49-F238E27FC236}">
                <a16:creationId xmlns:a16="http://schemas.microsoft.com/office/drawing/2014/main" id="{6491C483-3C23-0ED3-61C7-B7182724AE1D}"/>
              </a:ext>
            </a:extLst>
          </p:cNvPr>
          <p:cNvSpPr/>
          <p:nvPr/>
        </p:nvSpPr>
        <p:spPr>
          <a:xfrm>
            <a:off x="11131826" y="5718739"/>
            <a:ext cx="150329" cy="266843"/>
          </a:xfrm>
          <a:prstGeom prst="rect">
            <a:avLst/>
          </a:prstGeom>
          <a:solidFill>
            <a:srgbClr val="6E5AE0">
              <a:alpha val="35000"/>
            </a:srgbClr>
          </a:solidFill>
          <a:ln/>
        </p:spPr>
        <p:txBody>
          <a:bodyPr/>
          <a:lstStyle/>
          <a:p>
            <a:endParaRPr lang="en-IN"/>
          </a:p>
        </p:txBody>
      </p:sp>
      <p:sp>
        <p:nvSpPr>
          <p:cNvPr id="47" name="Shape 45">
            <a:extLst>
              <a:ext uri="{FF2B5EF4-FFF2-40B4-BE49-F238E27FC236}">
                <a16:creationId xmlns:a16="http://schemas.microsoft.com/office/drawing/2014/main" id="{831D3A26-E1A9-5CF3-A526-5959F6EA6B69}"/>
              </a:ext>
            </a:extLst>
          </p:cNvPr>
          <p:cNvSpPr/>
          <p:nvPr/>
        </p:nvSpPr>
        <p:spPr>
          <a:xfrm>
            <a:off x="11372353" y="5735092"/>
            <a:ext cx="150329" cy="234136"/>
          </a:xfrm>
          <a:prstGeom prst="rect">
            <a:avLst/>
          </a:prstGeom>
          <a:solidFill>
            <a:srgbClr val="6E5AE0">
              <a:alpha val="35000"/>
            </a:srgbClr>
          </a:solidFill>
          <a:ln/>
        </p:spPr>
        <p:txBody>
          <a:bodyPr/>
          <a:lstStyle/>
          <a:p>
            <a:endParaRPr lang="en-IN"/>
          </a:p>
        </p:txBody>
      </p:sp>
      <p:sp>
        <p:nvSpPr>
          <p:cNvPr id="48" name="Shape 46">
            <a:extLst>
              <a:ext uri="{FF2B5EF4-FFF2-40B4-BE49-F238E27FC236}">
                <a16:creationId xmlns:a16="http://schemas.microsoft.com/office/drawing/2014/main" id="{29E3D998-55F2-C896-CB04-5C02907244EC}"/>
              </a:ext>
            </a:extLst>
          </p:cNvPr>
          <p:cNvSpPr/>
          <p:nvPr/>
        </p:nvSpPr>
        <p:spPr>
          <a:xfrm>
            <a:off x="548640" y="5511979"/>
            <a:ext cx="150329" cy="680362"/>
          </a:xfrm>
          <a:prstGeom prst="rect">
            <a:avLst/>
          </a:prstGeom>
          <a:solidFill>
            <a:srgbClr val="3FE0D0">
              <a:alpha val="25000"/>
            </a:srgbClr>
          </a:solidFill>
          <a:ln/>
        </p:spPr>
        <p:txBody>
          <a:bodyPr/>
          <a:lstStyle/>
          <a:p>
            <a:endParaRPr lang="en-IN"/>
          </a:p>
        </p:txBody>
      </p:sp>
      <p:sp>
        <p:nvSpPr>
          <p:cNvPr id="49" name="Shape 47">
            <a:extLst>
              <a:ext uri="{FF2B5EF4-FFF2-40B4-BE49-F238E27FC236}">
                <a16:creationId xmlns:a16="http://schemas.microsoft.com/office/drawing/2014/main" id="{FE49ACAF-3420-E816-63BF-A9D7D913D8BF}"/>
              </a:ext>
            </a:extLst>
          </p:cNvPr>
          <p:cNvSpPr/>
          <p:nvPr/>
        </p:nvSpPr>
        <p:spPr>
          <a:xfrm>
            <a:off x="789167" y="5403248"/>
            <a:ext cx="150329" cy="897823"/>
          </a:xfrm>
          <a:prstGeom prst="rect">
            <a:avLst/>
          </a:prstGeom>
          <a:solidFill>
            <a:srgbClr val="3FE0D0">
              <a:alpha val="25000"/>
            </a:srgbClr>
          </a:solidFill>
          <a:ln/>
        </p:spPr>
        <p:txBody>
          <a:bodyPr/>
          <a:lstStyle/>
          <a:p>
            <a:endParaRPr lang="en-IN"/>
          </a:p>
        </p:txBody>
      </p:sp>
      <p:sp>
        <p:nvSpPr>
          <p:cNvPr id="50" name="Shape 48">
            <a:extLst>
              <a:ext uri="{FF2B5EF4-FFF2-40B4-BE49-F238E27FC236}">
                <a16:creationId xmlns:a16="http://schemas.microsoft.com/office/drawing/2014/main" id="{825B4F5A-A865-DFDD-B8BC-368C49F449AF}"/>
              </a:ext>
            </a:extLst>
          </p:cNvPr>
          <p:cNvSpPr/>
          <p:nvPr/>
        </p:nvSpPr>
        <p:spPr>
          <a:xfrm>
            <a:off x="1029694" y="5628815"/>
            <a:ext cx="150329" cy="446689"/>
          </a:xfrm>
          <a:prstGeom prst="rect">
            <a:avLst/>
          </a:prstGeom>
          <a:solidFill>
            <a:srgbClr val="3FE0D0">
              <a:alpha val="25000"/>
            </a:srgbClr>
          </a:solidFill>
          <a:ln/>
        </p:spPr>
        <p:txBody>
          <a:bodyPr/>
          <a:lstStyle/>
          <a:p>
            <a:endParaRPr lang="en-IN"/>
          </a:p>
        </p:txBody>
      </p:sp>
      <p:sp>
        <p:nvSpPr>
          <p:cNvPr id="51" name="Shape 49">
            <a:extLst>
              <a:ext uri="{FF2B5EF4-FFF2-40B4-BE49-F238E27FC236}">
                <a16:creationId xmlns:a16="http://schemas.microsoft.com/office/drawing/2014/main" id="{F1A62736-BA0D-8C09-EA01-DDED9BFAE4D5}"/>
              </a:ext>
            </a:extLst>
          </p:cNvPr>
          <p:cNvSpPr/>
          <p:nvPr/>
        </p:nvSpPr>
        <p:spPr>
          <a:xfrm>
            <a:off x="1270221" y="5626758"/>
            <a:ext cx="150329" cy="450805"/>
          </a:xfrm>
          <a:prstGeom prst="rect">
            <a:avLst/>
          </a:prstGeom>
          <a:solidFill>
            <a:srgbClr val="3FE0D0">
              <a:alpha val="25000"/>
            </a:srgbClr>
          </a:solidFill>
          <a:ln/>
        </p:spPr>
        <p:txBody>
          <a:bodyPr/>
          <a:lstStyle/>
          <a:p>
            <a:endParaRPr lang="en-IN"/>
          </a:p>
        </p:txBody>
      </p:sp>
      <p:sp>
        <p:nvSpPr>
          <p:cNvPr id="52" name="Shape 50">
            <a:extLst>
              <a:ext uri="{FF2B5EF4-FFF2-40B4-BE49-F238E27FC236}">
                <a16:creationId xmlns:a16="http://schemas.microsoft.com/office/drawing/2014/main" id="{58311733-E82F-7D16-9F65-CC11CC9AF425}"/>
              </a:ext>
            </a:extLst>
          </p:cNvPr>
          <p:cNvSpPr/>
          <p:nvPr/>
        </p:nvSpPr>
        <p:spPr>
          <a:xfrm>
            <a:off x="1510748" y="5631344"/>
            <a:ext cx="150329" cy="441633"/>
          </a:xfrm>
          <a:prstGeom prst="rect">
            <a:avLst/>
          </a:prstGeom>
          <a:solidFill>
            <a:srgbClr val="3FE0D0">
              <a:alpha val="25000"/>
            </a:srgbClr>
          </a:solidFill>
          <a:ln/>
        </p:spPr>
        <p:txBody>
          <a:bodyPr/>
          <a:lstStyle/>
          <a:p>
            <a:endParaRPr lang="en-IN"/>
          </a:p>
        </p:txBody>
      </p:sp>
      <p:sp>
        <p:nvSpPr>
          <p:cNvPr id="53" name="Shape 51">
            <a:extLst>
              <a:ext uri="{FF2B5EF4-FFF2-40B4-BE49-F238E27FC236}">
                <a16:creationId xmlns:a16="http://schemas.microsoft.com/office/drawing/2014/main" id="{3880AA55-D6F5-EF7D-749B-7E600AA2EC81}"/>
              </a:ext>
            </a:extLst>
          </p:cNvPr>
          <p:cNvSpPr/>
          <p:nvPr/>
        </p:nvSpPr>
        <p:spPr>
          <a:xfrm>
            <a:off x="1751275" y="5615800"/>
            <a:ext cx="150329" cy="472719"/>
          </a:xfrm>
          <a:prstGeom prst="rect">
            <a:avLst/>
          </a:prstGeom>
          <a:solidFill>
            <a:srgbClr val="3FE0D0">
              <a:alpha val="25000"/>
            </a:srgbClr>
          </a:solidFill>
          <a:ln/>
        </p:spPr>
        <p:txBody>
          <a:bodyPr/>
          <a:lstStyle/>
          <a:p>
            <a:endParaRPr lang="en-IN"/>
          </a:p>
        </p:txBody>
      </p:sp>
      <p:sp>
        <p:nvSpPr>
          <p:cNvPr id="54" name="Shape 52">
            <a:extLst>
              <a:ext uri="{FF2B5EF4-FFF2-40B4-BE49-F238E27FC236}">
                <a16:creationId xmlns:a16="http://schemas.microsoft.com/office/drawing/2014/main" id="{F6E71AD9-8233-CF9F-9099-3AEDFF3370B8}"/>
              </a:ext>
            </a:extLst>
          </p:cNvPr>
          <p:cNvSpPr/>
          <p:nvPr/>
        </p:nvSpPr>
        <p:spPr>
          <a:xfrm>
            <a:off x="1991802" y="5490689"/>
            <a:ext cx="150329" cy="722943"/>
          </a:xfrm>
          <a:prstGeom prst="rect">
            <a:avLst/>
          </a:prstGeom>
          <a:solidFill>
            <a:srgbClr val="3FE0D0">
              <a:alpha val="25000"/>
            </a:srgbClr>
          </a:solidFill>
          <a:ln/>
        </p:spPr>
        <p:txBody>
          <a:bodyPr/>
          <a:lstStyle/>
          <a:p>
            <a:endParaRPr lang="en-IN"/>
          </a:p>
        </p:txBody>
      </p:sp>
      <p:sp>
        <p:nvSpPr>
          <p:cNvPr id="55" name="Shape 53">
            <a:extLst>
              <a:ext uri="{FF2B5EF4-FFF2-40B4-BE49-F238E27FC236}">
                <a16:creationId xmlns:a16="http://schemas.microsoft.com/office/drawing/2014/main" id="{EEBC7FE8-13AA-CDA2-9220-4617F0BFD8B1}"/>
              </a:ext>
            </a:extLst>
          </p:cNvPr>
          <p:cNvSpPr/>
          <p:nvPr/>
        </p:nvSpPr>
        <p:spPr>
          <a:xfrm>
            <a:off x="2232329" y="5565140"/>
            <a:ext cx="150329" cy="574040"/>
          </a:xfrm>
          <a:prstGeom prst="rect">
            <a:avLst/>
          </a:prstGeom>
          <a:solidFill>
            <a:srgbClr val="3FE0D0">
              <a:alpha val="25000"/>
            </a:srgbClr>
          </a:solidFill>
          <a:ln/>
        </p:spPr>
        <p:txBody>
          <a:bodyPr/>
          <a:lstStyle/>
          <a:p>
            <a:endParaRPr lang="en-IN"/>
          </a:p>
        </p:txBody>
      </p:sp>
      <p:sp>
        <p:nvSpPr>
          <p:cNvPr id="56" name="Shape 54">
            <a:extLst>
              <a:ext uri="{FF2B5EF4-FFF2-40B4-BE49-F238E27FC236}">
                <a16:creationId xmlns:a16="http://schemas.microsoft.com/office/drawing/2014/main" id="{D91C625C-026F-FF83-2190-F194F7CB1C99}"/>
              </a:ext>
            </a:extLst>
          </p:cNvPr>
          <p:cNvSpPr/>
          <p:nvPr/>
        </p:nvSpPr>
        <p:spPr>
          <a:xfrm>
            <a:off x="2472856" y="5594452"/>
            <a:ext cx="150329" cy="515417"/>
          </a:xfrm>
          <a:prstGeom prst="rect">
            <a:avLst/>
          </a:prstGeom>
          <a:solidFill>
            <a:srgbClr val="3FE0D0">
              <a:alpha val="25000"/>
            </a:srgbClr>
          </a:solidFill>
          <a:ln/>
        </p:spPr>
        <p:txBody>
          <a:bodyPr/>
          <a:lstStyle/>
          <a:p>
            <a:endParaRPr lang="en-IN"/>
          </a:p>
        </p:txBody>
      </p:sp>
      <p:sp>
        <p:nvSpPr>
          <p:cNvPr id="57" name="Shape 55">
            <a:extLst>
              <a:ext uri="{FF2B5EF4-FFF2-40B4-BE49-F238E27FC236}">
                <a16:creationId xmlns:a16="http://schemas.microsoft.com/office/drawing/2014/main" id="{ED8C5DA4-310F-6031-4BF2-71448A236E62}"/>
              </a:ext>
            </a:extLst>
          </p:cNvPr>
          <p:cNvSpPr/>
          <p:nvPr/>
        </p:nvSpPr>
        <p:spPr>
          <a:xfrm>
            <a:off x="2713383" y="5441662"/>
            <a:ext cx="150329" cy="820997"/>
          </a:xfrm>
          <a:prstGeom prst="rect">
            <a:avLst/>
          </a:prstGeom>
          <a:solidFill>
            <a:srgbClr val="3FE0D0">
              <a:alpha val="25000"/>
            </a:srgbClr>
          </a:solidFill>
          <a:ln/>
        </p:spPr>
        <p:txBody>
          <a:bodyPr/>
          <a:lstStyle/>
          <a:p>
            <a:endParaRPr lang="en-IN"/>
          </a:p>
        </p:txBody>
      </p:sp>
      <p:sp>
        <p:nvSpPr>
          <p:cNvPr id="58" name="Shape 56">
            <a:extLst>
              <a:ext uri="{FF2B5EF4-FFF2-40B4-BE49-F238E27FC236}">
                <a16:creationId xmlns:a16="http://schemas.microsoft.com/office/drawing/2014/main" id="{8BB4DDC6-22BE-42E5-906A-C9CB53747D37}"/>
              </a:ext>
            </a:extLst>
          </p:cNvPr>
          <p:cNvSpPr/>
          <p:nvPr/>
        </p:nvSpPr>
        <p:spPr>
          <a:xfrm>
            <a:off x="2953910" y="5581106"/>
            <a:ext cx="150329" cy="542108"/>
          </a:xfrm>
          <a:prstGeom prst="rect">
            <a:avLst/>
          </a:prstGeom>
          <a:solidFill>
            <a:srgbClr val="3FE0D0">
              <a:alpha val="25000"/>
            </a:srgbClr>
          </a:solidFill>
          <a:ln/>
        </p:spPr>
        <p:txBody>
          <a:bodyPr/>
          <a:lstStyle/>
          <a:p>
            <a:endParaRPr lang="en-IN"/>
          </a:p>
        </p:txBody>
      </p:sp>
      <p:sp>
        <p:nvSpPr>
          <p:cNvPr id="59" name="Shape 57">
            <a:extLst>
              <a:ext uri="{FF2B5EF4-FFF2-40B4-BE49-F238E27FC236}">
                <a16:creationId xmlns:a16="http://schemas.microsoft.com/office/drawing/2014/main" id="{D1DAFE22-DEEC-CA29-D6B5-260E457A2707}"/>
              </a:ext>
            </a:extLst>
          </p:cNvPr>
          <p:cNvSpPr/>
          <p:nvPr/>
        </p:nvSpPr>
        <p:spPr>
          <a:xfrm>
            <a:off x="3194437" y="5686395"/>
            <a:ext cx="150329" cy="331530"/>
          </a:xfrm>
          <a:prstGeom prst="rect">
            <a:avLst/>
          </a:prstGeom>
          <a:solidFill>
            <a:srgbClr val="3FE0D0">
              <a:alpha val="25000"/>
            </a:srgbClr>
          </a:solidFill>
          <a:ln/>
        </p:spPr>
        <p:txBody>
          <a:bodyPr/>
          <a:lstStyle/>
          <a:p>
            <a:endParaRPr lang="en-IN"/>
          </a:p>
        </p:txBody>
      </p:sp>
      <p:sp>
        <p:nvSpPr>
          <p:cNvPr id="60" name="Shape 58">
            <a:extLst>
              <a:ext uri="{FF2B5EF4-FFF2-40B4-BE49-F238E27FC236}">
                <a16:creationId xmlns:a16="http://schemas.microsoft.com/office/drawing/2014/main" id="{FDAD03A8-ADDC-DD54-4C3F-D04D9FD94562}"/>
              </a:ext>
            </a:extLst>
          </p:cNvPr>
          <p:cNvSpPr/>
          <p:nvPr/>
        </p:nvSpPr>
        <p:spPr>
          <a:xfrm>
            <a:off x="3434963" y="5671418"/>
            <a:ext cx="150329" cy="361484"/>
          </a:xfrm>
          <a:prstGeom prst="rect">
            <a:avLst/>
          </a:prstGeom>
          <a:solidFill>
            <a:srgbClr val="3FE0D0">
              <a:alpha val="25000"/>
            </a:srgbClr>
          </a:solidFill>
          <a:ln/>
        </p:spPr>
        <p:txBody>
          <a:bodyPr/>
          <a:lstStyle/>
          <a:p>
            <a:endParaRPr lang="en-IN"/>
          </a:p>
        </p:txBody>
      </p:sp>
      <p:sp>
        <p:nvSpPr>
          <p:cNvPr id="61" name="Shape 59">
            <a:extLst>
              <a:ext uri="{FF2B5EF4-FFF2-40B4-BE49-F238E27FC236}">
                <a16:creationId xmlns:a16="http://schemas.microsoft.com/office/drawing/2014/main" id="{06A46E62-4E4E-ED33-143F-EB3DDC270570}"/>
              </a:ext>
            </a:extLst>
          </p:cNvPr>
          <p:cNvSpPr/>
          <p:nvPr/>
        </p:nvSpPr>
        <p:spPr>
          <a:xfrm>
            <a:off x="3675490" y="5668827"/>
            <a:ext cx="150329" cy="366666"/>
          </a:xfrm>
          <a:prstGeom prst="rect">
            <a:avLst/>
          </a:prstGeom>
          <a:solidFill>
            <a:srgbClr val="3FE0D0">
              <a:alpha val="25000"/>
            </a:srgbClr>
          </a:solidFill>
          <a:ln/>
        </p:spPr>
        <p:txBody>
          <a:bodyPr/>
          <a:lstStyle/>
          <a:p>
            <a:endParaRPr lang="en-IN"/>
          </a:p>
        </p:txBody>
      </p:sp>
      <p:sp>
        <p:nvSpPr>
          <p:cNvPr id="62" name="Shape 60">
            <a:extLst>
              <a:ext uri="{FF2B5EF4-FFF2-40B4-BE49-F238E27FC236}">
                <a16:creationId xmlns:a16="http://schemas.microsoft.com/office/drawing/2014/main" id="{976A9ECB-7E11-807A-6FAA-E1A0BDC0E785}"/>
              </a:ext>
            </a:extLst>
          </p:cNvPr>
          <p:cNvSpPr/>
          <p:nvPr/>
        </p:nvSpPr>
        <p:spPr>
          <a:xfrm>
            <a:off x="3916017" y="5430692"/>
            <a:ext cx="150329" cy="842936"/>
          </a:xfrm>
          <a:prstGeom prst="rect">
            <a:avLst/>
          </a:prstGeom>
          <a:solidFill>
            <a:srgbClr val="3FE0D0">
              <a:alpha val="25000"/>
            </a:srgbClr>
          </a:solidFill>
          <a:ln/>
        </p:spPr>
        <p:txBody>
          <a:bodyPr/>
          <a:lstStyle/>
          <a:p>
            <a:endParaRPr lang="en-IN"/>
          </a:p>
        </p:txBody>
      </p:sp>
      <p:sp>
        <p:nvSpPr>
          <p:cNvPr id="63" name="Shape 61">
            <a:extLst>
              <a:ext uri="{FF2B5EF4-FFF2-40B4-BE49-F238E27FC236}">
                <a16:creationId xmlns:a16="http://schemas.microsoft.com/office/drawing/2014/main" id="{FC92CB59-0593-4926-D049-731139997A53}"/>
              </a:ext>
            </a:extLst>
          </p:cNvPr>
          <p:cNvSpPr/>
          <p:nvPr/>
        </p:nvSpPr>
        <p:spPr>
          <a:xfrm>
            <a:off x="4156544" y="5466819"/>
            <a:ext cx="150329" cy="770683"/>
          </a:xfrm>
          <a:prstGeom prst="rect">
            <a:avLst/>
          </a:prstGeom>
          <a:solidFill>
            <a:srgbClr val="3FE0D0">
              <a:alpha val="25000"/>
            </a:srgbClr>
          </a:solidFill>
          <a:ln/>
        </p:spPr>
        <p:txBody>
          <a:bodyPr/>
          <a:lstStyle/>
          <a:p>
            <a:endParaRPr lang="en-IN"/>
          </a:p>
        </p:txBody>
      </p:sp>
      <p:sp>
        <p:nvSpPr>
          <p:cNvPr id="64" name="Shape 62">
            <a:extLst>
              <a:ext uri="{FF2B5EF4-FFF2-40B4-BE49-F238E27FC236}">
                <a16:creationId xmlns:a16="http://schemas.microsoft.com/office/drawing/2014/main" id="{A217F83B-6746-6CEB-1E05-32379476DCE0}"/>
              </a:ext>
            </a:extLst>
          </p:cNvPr>
          <p:cNvSpPr/>
          <p:nvPr/>
        </p:nvSpPr>
        <p:spPr>
          <a:xfrm>
            <a:off x="4397071" y="5720347"/>
            <a:ext cx="150329" cy="263627"/>
          </a:xfrm>
          <a:prstGeom prst="rect">
            <a:avLst/>
          </a:prstGeom>
          <a:solidFill>
            <a:srgbClr val="3FE0D0">
              <a:alpha val="25000"/>
            </a:srgbClr>
          </a:solidFill>
          <a:ln/>
        </p:spPr>
        <p:txBody>
          <a:bodyPr/>
          <a:lstStyle/>
          <a:p>
            <a:endParaRPr lang="en-IN"/>
          </a:p>
        </p:txBody>
      </p:sp>
      <p:sp>
        <p:nvSpPr>
          <p:cNvPr id="65" name="Shape 63">
            <a:extLst>
              <a:ext uri="{FF2B5EF4-FFF2-40B4-BE49-F238E27FC236}">
                <a16:creationId xmlns:a16="http://schemas.microsoft.com/office/drawing/2014/main" id="{30AE856A-E023-A9EB-2462-536F826771A6}"/>
              </a:ext>
            </a:extLst>
          </p:cNvPr>
          <p:cNvSpPr/>
          <p:nvPr/>
        </p:nvSpPr>
        <p:spPr>
          <a:xfrm>
            <a:off x="4637598" y="5579619"/>
            <a:ext cx="150329" cy="545081"/>
          </a:xfrm>
          <a:prstGeom prst="rect">
            <a:avLst/>
          </a:prstGeom>
          <a:solidFill>
            <a:srgbClr val="3FE0D0">
              <a:alpha val="25000"/>
            </a:srgbClr>
          </a:solidFill>
          <a:ln/>
        </p:spPr>
        <p:txBody>
          <a:bodyPr/>
          <a:lstStyle/>
          <a:p>
            <a:endParaRPr lang="en-IN"/>
          </a:p>
        </p:txBody>
      </p:sp>
      <p:sp>
        <p:nvSpPr>
          <p:cNvPr id="66" name="Shape 64">
            <a:extLst>
              <a:ext uri="{FF2B5EF4-FFF2-40B4-BE49-F238E27FC236}">
                <a16:creationId xmlns:a16="http://schemas.microsoft.com/office/drawing/2014/main" id="{919BB5B3-D557-5C52-A4CF-8F988E269D04}"/>
              </a:ext>
            </a:extLst>
          </p:cNvPr>
          <p:cNvSpPr/>
          <p:nvPr/>
        </p:nvSpPr>
        <p:spPr>
          <a:xfrm>
            <a:off x="4878125" y="5627326"/>
            <a:ext cx="150329" cy="449668"/>
          </a:xfrm>
          <a:prstGeom prst="rect">
            <a:avLst/>
          </a:prstGeom>
          <a:solidFill>
            <a:srgbClr val="3FE0D0">
              <a:alpha val="25000"/>
            </a:srgbClr>
          </a:solidFill>
          <a:ln/>
        </p:spPr>
        <p:txBody>
          <a:bodyPr/>
          <a:lstStyle/>
          <a:p>
            <a:endParaRPr lang="en-IN"/>
          </a:p>
        </p:txBody>
      </p:sp>
      <p:sp>
        <p:nvSpPr>
          <p:cNvPr id="67" name="Shape 65">
            <a:extLst>
              <a:ext uri="{FF2B5EF4-FFF2-40B4-BE49-F238E27FC236}">
                <a16:creationId xmlns:a16="http://schemas.microsoft.com/office/drawing/2014/main" id="{94143EDE-6ACF-5FFD-BC34-64C77A945BF0}"/>
              </a:ext>
            </a:extLst>
          </p:cNvPr>
          <p:cNvSpPr/>
          <p:nvPr/>
        </p:nvSpPr>
        <p:spPr>
          <a:xfrm>
            <a:off x="5118652" y="5578491"/>
            <a:ext cx="150329" cy="547338"/>
          </a:xfrm>
          <a:prstGeom prst="rect">
            <a:avLst/>
          </a:prstGeom>
          <a:solidFill>
            <a:srgbClr val="3FE0D0">
              <a:alpha val="25000"/>
            </a:srgbClr>
          </a:solidFill>
          <a:ln/>
        </p:spPr>
        <p:txBody>
          <a:bodyPr/>
          <a:lstStyle/>
          <a:p>
            <a:endParaRPr lang="en-IN"/>
          </a:p>
        </p:txBody>
      </p:sp>
      <p:sp>
        <p:nvSpPr>
          <p:cNvPr id="68" name="Shape 66">
            <a:extLst>
              <a:ext uri="{FF2B5EF4-FFF2-40B4-BE49-F238E27FC236}">
                <a16:creationId xmlns:a16="http://schemas.microsoft.com/office/drawing/2014/main" id="{C13545C5-9652-DC13-6F04-0BE3DFEC0137}"/>
              </a:ext>
            </a:extLst>
          </p:cNvPr>
          <p:cNvSpPr/>
          <p:nvPr/>
        </p:nvSpPr>
        <p:spPr>
          <a:xfrm>
            <a:off x="5359179" y="5502241"/>
            <a:ext cx="150329" cy="699837"/>
          </a:xfrm>
          <a:prstGeom prst="rect">
            <a:avLst/>
          </a:prstGeom>
          <a:solidFill>
            <a:srgbClr val="3FE0D0">
              <a:alpha val="25000"/>
            </a:srgbClr>
          </a:solidFill>
          <a:ln/>
        </p:spPr>
        <p:txBody>
          <a:bodyPr/>
          <a:lstStyle/>
          <a:p>
            <a:endParaRPr lang="en-IN"/>
          </a:p>
        </p:txBody>
      </p:sp>
      <p:sp>
        <p:nvSpPr>
          <p:cNvPr id="69" name="Shape 67">
            <a:extLst>
              <a:ext uri="{FF2B5EF4-FFF2-40B4-BE49-F238E27FC236}">
                <a16:creationId xmlns:a16="http://schemas.microsoft.com/office/drawing/2014/main" id="{C058999A-34CA-0EB6-A973-7F974EBE40B9}"/>
              </a:ext>
            </a:extLst>
          </p:cNvPr>
          <p:cNvSpPr/>
          <p:nvPr/>
        </p:nvSpPr>
        <p:spPr>
          <a:xfrm>
            <a:off x="5599706" y="5693359"/>
            <a:ext cx="150329" cy="317602"/>
          </a:xfrm>
          <a:prstGeom prst="rect">
            <a:avLst/>
          </a:prstGeom>
          <a:solidFill>
            <a:srgbClr val="3FE0D0">
              <a:alpha val="25000"/>
            </a:srgbClr>
          </a:solidFill>
          <a:ln/>
        </p:spPr>
        <p:txBody>
          <a:bodyPr/>
          <a:lstStyle/>
          <a:p>
            <a:endParaRPr lang="en-IN"/>
          </a:p>
        </p:txBody>
      </p:sp>
      <p:sp>
        <p:nvSpPr>
          <p:cNvPr id="70" name="Shape 68">
            <a:extLst>
              <a:ext uri="{FF2B5EF4-FFF2-40B4-BE49-F238E27FC236}">
                <a16:creationId xmlns:a16="http://schemas.microsoft.com/office/drawing/2014/main" id="{3759A5E7-0E3B-DE7B-7E73-8B4CF64E473C}"/>
              </a:ext>
            </a:extLst>
          </p:cNvPr>
          <p:cNvSpPr/>
          <p:nvPr/>
        </p:nvSpPr>
        <p:spPr>
          <a:xfrm>
            <a:off x="5840233" y="5480217"/>
            <a:ext cx="150329" cy="743885"/>
          </a:xfrm>
          <a:prstGeom prst="rect">
            <a:avLst/>
          </a:prstGeom>
          <a:solidFill>
            <a:srgbClr val="3FE0D0">
              <a:alpha val="25000"/>
            </a:srgbClr>
          </a:solidFill>
          <a:ln/>
        </p:spPr>
        <p:txBody>
          <a:bodyPr/>
          <a:lstStyle/>
          <a:p>
            <a:endParaRPr lang="en-IN"/>
          </a:p>
        </p:txBody>
      </p:sp>
      <p:sp>
        <p:nvSpPr>
          <p:cNvPr id="71" name="Shape 69">
            <a:extLst>
              <a:ext uri="{FF2B5EF4-FFF2-40B4-BE49-F238E27FC236}">
                <a16:creationId xmlns:a16="http://schemas.microsoft.com/office/drawing/2014/main" id="{7DD93218-63AF-8A2D-6FD9-1A85A06E103E}"/>
              </a:ext>
            </a:extLst>
          </p:cNvPr>
          <p:cNvSpPr/>
          <p:nvPr/>
        </p:nvSpPr>
        <p:spPr>
          <a:xfrm>
            <a:off x="6080760" y="5462861"/>
            <a:ext cx="150329" cy="778597"/>
          </a:xfrm>
          <a:prstGeom prst="rect">
            <a:avLst/>
          </a:prstGeom>
          <a:solidFill>
            <a:srgbClr val="3FE0D0">
              <a:alpha val="25000"/>
            </a:srgbClr>
          </a:solidFill>
          <a:ln/>
        </p:spPr>
        <p:txBody>
          <a:bodyPr/>
          <a:lstStyle/>
          <a:p>
            <a:endParaRPr lang="en-IN"/>
          </a:p>
        </p:txBody>
      </p:sp>
      <p:sp>
        <p:nvSpPr>
          <p:cNvPr id="72" name="Shape 70">
            <a:extLst>
              <a:ext uri="{FF2B5EF4-FFF2-40B4-BE49-F238E27FC236}">
                <a16:creationId xmlns:a16="http://schemas.microsoft.com/office/drawing/2014/main" id="{719C6C0A-F5ED-A9B9-C335-62485838A300}"/>
              </a:ext>
            </a:extLst>
          </p:cNvPr>
          <p:cNvSpPr/>
          <p:nvPr/>
        </p:nvSpPr>
        <p:spPr>
          <a:xfrm>
            <a:off x="6321287" y="5652113"/>
            <a:ext cx="150329" cy="400094"/>
          </a:xfrm>
          <a:prstGeom prst="rect">
            <a:avLst/>
          </a:prstGeom>
          <a:solidFill>
            <a:srgbClr val="3FE0D0">
              <a:alpha val="25000"/>
            </a:srgbClr>
          </a:solidFill>
          <a:ln/>
        </p:spPr>
        <p:txBody>
          <a:bodyPr/>
          <a:lstStyle/>
          <a:p>
            <a:endParaRPr lang="en-IN"/>
          </a:p>
        </p:txBody>
      </p:sp>
      <p:sp>
        <p:nvSpPr>
          <p:cNvPr id="73" name="Shape 71">
            <a:extLst>
              <a:ext uri="{FF2B5EF4-FFF2-40B4-BE49-F238E27FC236}">
                <a16:creationId xmlns:a16="http://schemas.microsoft.com/office/drawing/2014/main" id="{90C247A3-C0A7-16BD-E92F-55340001947E}"/>
              </a:ext>
            </a:extLst>
          </p:cNvPr>
          <p:cNvSpPr/>
          <p:nvPr/>
        </p:nvSpPr>
        <p:spPr>
          <a:xfrm>
            <a:off x="6561814" y="5712021"/>
            <a:ext cx="150329" cy="280278"/>
          </a:xfrm>
          <a:prstGeom prst="rect">
            <a:avLst/>
          </a:prstGeom>
          <a:solidFill>
            <a:srgbClr val="3FE0D0">
              <a:alpha val="25000"/>
            </a:srgbClr>
          </a:solidFill>
          <a:ln/>
        </p:spPr>
        <p:txBody>
          <a:bodyPr/>
          <a:lstStyle/>
          <a:p>
            <a:endParaRPr lang="en-IN"/>
          </a:p>
        </p:txBody>
      </p:sp>
      <p:sp>
        <p:nvSpPr>
          <p:cNvPr id="74" name="Shape 72">
            <a:extLst>
              <a:ext uri="{FF2B5EF4-FFF2-40B4-BE49-F238E27FC236}">
                <a16:creationId xmlns:a16="http://schemas.microsoft.com/office/drawing/2014/main" id="{E1216557-8FF5-8FBB-99F0-79332572BA3F}"/>
              </a:ext>
            </a:extLst>
          </p:cNvPr>
          <p:cNvSpPr/>
          <p:nvPr/>
        </p:nvSpPr>
        <p:spPr>
          <a:xfrm>
            <a:off x="6802341" y="5720111"/>
            <a:ext cx="150329" cy="264099"/>
          </a:xfrm>
          <a:prstGeom prst="rect">
            <a:avLst/>
          </a:prstGeom>
          <a:solidFill>
            <a:srgbClr val="3FE0D0">
              <a:alpha val="25000"/>
            </a:srgbClr>
          </a:solidFill>
          <a:ln/>
        </p:spPr>
        <p:txBody>
          <a:bodyPr/>
          <a:lstStyle/>
          <a:p>
            <a:endParaRPr lang="en-IN"/>
          </a:p>
        </p:txBody>
      </p:sp>
      <p:sp>
        <p:nvSpPr>
          <p:cNvPr id="75" name="Shape 73">
            <a:extLst>
              <a:ext uri="{FF2B5EF4-FFF2-40B4-BE49-F238E27FC236}">
                <a16:creationId xmlns:a16="http://schemas.microsoft.com/office/drawing/2014/main" id="{E7E73D0B-C0CE-B0A9-7D98-4CE0269DD500}"/>
              </a:ext>
            </a:extLst>
          </p:cNvPr>
          <p:cNvSpPr/>
          <p:nvPr/>
        </p:nvSpPr>
        <p:spPr>
          <a:xfrm>
            <a:off x="7042868" y="5564486"/>
            <a:ext cx="150329" cy="575348"/>
          </a:xfrm>
          <a:prstGeom prst="rect">
            <a:avLst/>
          </a:prstGeom>
          <a:solidFill>
            <a:srgbClr val="3FE0D0">
              <a:alpha val="25000"/>
            </a:srgbClr>
          </a:solidFill>
          <a:ln/>
        </p:spPr>
        <p:txBody>
          <a:bodyPr/>
          <a:lstStyle/>
          <a:p>
            <a:endParaRPr lang="en-IN"/>
          </a:p>
        </p:txBody>
      </p:sp>
      <p:sp>
        <p:nvSpPr>
          <p:cNvPr id="76" name="Shape 74">
            <a:extLst>
              <a:ext uri="{FF2B5EF4-FFF2-40B4-BE49-F238E27FC236}">
                <a16:creationId xmlns:a16="http://schemas.microsoft.com/office/drawing/2014/main" id="{566F7F2F-E479-10D7-2546-008FCF724A59}"/>
              </a:ext>
            </a:extLst>
          </p:cNvPr>
          <p:cNvSpPr/>
          <p:nvPr/>
        </p:nvSpPr>
        <p:spPr>
          <a:xfrm>
            <a:off x="7283395" y="5404625"/>
            <a:ext cx="150329" cy="895069"/>
          </a:xfrm>
          <a:prstGeom prst="rect">
            <a:avLst/>
          </a:prstGeom>
          <a:solidFill>
            <a:srgbClr val="3FE0D0">
              <a:alpha val="25000"/>
            </a:srgbClr>
          </a:solidFill>
          <a:ln/>
        </p:spPr>
        <p:txBody>
          <a:bodyPr/>
          <a:lstStyle/>
          <a:p>
            <a:endParaRPr lang="en-IN"/>
          </a:p>
        </p:txBody>
      </p:sp>
      <p:sp>
        <p:nvSpPr>
          <p:cNvPr id="77" name="Shape 75">
            <a:extLst>
              <a:ext uri="{FF2B5EF4-FFF2-40B4-BE49-F238E27FC236}">
                <a16:creationId xmlns:a16="http://schemas.microsoft.com/office/drawing/2014/main" id="{43EF1120-259C-DBBD-EF9B-FA75BD408391}"/>
              </a:ext>
            </a:extLst>
          </p:cNvPr>
          <p:cNvSpPr/>
          <p:nvPr/>
        </p:nvSpPr>
        <p:spPr>
          <a:xfrm>
            <a:off x="7523922" y="5580117"/>
            <a:ext cx="150329" cy="544086"/>
          </a:xfrm>
          <a:prstGeom prst="rect">
            <a:avLst/>
          </a:prstGeom>
          <a:solidFill>
            <a:srgbClr val="3FE0D0">
              <a:alpha val="25000"/>
            </a:srgbClr>
          </a:solidFill>
          <a:ln/>
        </p:spPr>
        <p:txBody>
          <a:bodyPr/>
          <a:lstStyle/>
          <a:p>
            <a:endParaRPr lang="en-IN"/>
          </a:p>
        </p:txBody>
      </p:sp>
      <p:sp>
        <p:nvSpPr>
          <p:cNvPr id="78" name="Shape 76">
            <a:extLst>
              <a:ext uri="{FF2B5EF4-FFF2-40B4-BE49-F238E27FC236}">
                <a16:creationId xmlns:a16="http://schemas.microsoft.com/office/drawing/2014/main" id="{151B8B90-8D54-9A9A-811C-09ED9B728459}"/>
              </a:ext>
            </a:extLst>
          </p:cNvPr>
          <p:cNvSpPr/>
          <p:nvPr/>
        </p:nvSpPr>
        <p:spPr>
          <a:xfrm>
            <a:off x="7764449" y="5609646"/>
            <a:ext cx="150329" cy="485027"/>
          </a:xfrm>
          <a:prstGeom prst="rect">
            <a:avLst/>
          </a:prstGeom>
          <a:solidFill>
            <a:srgbClr val="3FE0D0">
              <a:alpha val="25000"/>
            </a:srgbClr>
          </a:solidFill>
          <a:ln/>
        </p:spPr>
        <p:txBody>
          <a:bodyPr/>
          <a:lstStyle/>
          <a:p>
            <a:endParaRPr lang="en-IN"/>
          </a:p>
        </p:txBody>
      </p:sp>
      <p:sp>
        <p:nvSpPr>
          <p:cNvPr id="79" name="Shape 77">
            <a:extLst>
              <a:ext uri="{FF2B5EF4-FFF2-40B4-BE49-F238E27FC236}">
                <a16:creationId xmlns:a16="http://schemas.microsoft.com/office/drawing/2014/main" id="{E4F53F8A-A603-7E1C-BA6F-E6B784629F20}"/>
              </a:ext>
            </a:extLst>
          </p:cNvPr>
          <p:cNvSpPr/>
          <p:nvPr/>
        </p:nvSpPr>
        <p:spPr>
          <a:xfrm>
            <a:off x="8004976" y="5565461"/>
            <a:ext cx="150329" cy="573397"/>
          </a:xfrm>
          <a:prstGeom prst="rect">
            <a:avLst/>
          </a:prstGeom>
          <a:solidFill>
            <a:srgbClr val="3FE0D0">
              <a:alpha val="25000"/>
            </a:srgbClr>
          </a:solidFill>
          <a:ln/>
        </p:spPr>
        <p:txBody>
          <a:bodyPr/>
          <a:lstStyle/>
          <a:p>
            <a:endParaRPr lang="en-IN"/>
          </a:p>
        </p:txBody>
      </p:sp>
      <p:sp>
        <p:nvSpPr>
          <p:cNvPr id="80" name="Shape 78">
            <a:extLst>
              <a:ext uri="{FF2B5EF4-FFF2-40B4-BE49-F238E27FC236}">
                <a16:creationId xmlns:a16="http://schemas.microsoft.com/office/drawing/2014/main" id="{3CA1EC19-A484-E96C-6C6D-BF7A4CBFB2E8}"/>
              </a:ext>
            </a:extLst>
          </p:cNvPr>
          <p:cNvSpPr/>
          <p:nvPr/>
        </p:nvSpPr>
        <p:spPr>
          <a:xfrm>
            <a:off x="8245503" y="5624409"/>
            <a:ext cx="150329" cy="455502"/>
          </a:xfrm>
          <a:prstGeom prst="rect">
            <a:avLst/>
          </a:prstGeom>
          <a:solidFill>
            <a:srgbClr val="3FE0D0">
              <a:alpha val="25000"/>
            </a:srgbClr>
          </a:solidFill>
          <a:ln/>
        </p:spPr>
        <p:txBody>
          <a:bodyPr/>
          <a:lstStyle/>
          <a:p>
            <a:endParaRPr lang="en-IN"/>
          </a:p>
        </p:txBody>
      </p:sp>
      <p:sp>
        <p:nvSpPr>
          <p:cNvPr id="81" name="Shape 79">
            <a:extLst>
              <a:ext uri="{FF2B5EF4-FFF2-40B4-BE49-F238E27FC236}">
                <a16:creationId xmlns:a16="http://schemas.microsoft.com/office/drawing/2014/main" id="{B23E51F3-34EA-F77B-41D4-CABB611845CA}"/>
              </a:ext>
            </a:extLst>
          </p:cNvPr>
          <p:cNvSpPr/>
          <p:nvPr/>
        </p:nvSpPr>
        <p:spPr>
          <a:xfrm>
            <a:off x="8486030" y="5553515"/>
            <a:ext cx="150329" cy="597289"/>
          </a:xfrm>
          <a:prstGeom prst="rect">
            <a:avLst/>
          </a:prstGeom>
          <a:solidFill>
            <a:srgbClr val="3FE0D0">
              <a:alpha val="25000"/>
            </a:srgbClr>
          </a:solidFill>
          <a:ln/>
        </p:spPr>
        <p:txBody>
          <a:bodyPr/>
          <a:lstStyle/>
          <a:p>
            <a:endParaRPr lang="en-IN"/>
          </a:p>
        </p:txBody>
      </p:sp>
      <p:sp>
        <p:nvSpPr>
          <p:cNvPr id="82" name="Shape 80">
            <a:extLst>
              <a:ext uri="{FF2B5EF4-FFF2-40B4-BE49-F238E27FC236}">
                <a16:creationId xmlns:a16="http://schemas.microsoft.com/office/drawing/2014/main" id="{FDE32047-7166-4BCA-CFEA-C61C2781D072}"/>
              </a:ext>
            </a:extLst>
          </p:cNvPr>
          <p:cNvSpPr/>
          <p:nvPr/>
        </p:nvSpPr>
        <p:spPr>
          <a:xfrm>
            <a:off x="8726557" y="5561631"/>
            <a:ext cx="150329" cy="581057"/>
          </a:xfrm>
          <a:prstGeom prst="rect">
            <a:avLst/>
          </a:prstGeom>
          <a:solidFill>
            <a:srgbClr val="3FE0D0">
              <a:alpha val="25000"/>
            </a:srgbClr>
          </a:solidFill>
          <a:ln/>
        </p:spPr>
        <p:txBody>
          <a:bodyPr/>
          <a:lstStyle/>
          <a:p>
            <a:endParaRPr lang="en-IN"/>
          </a:p>
        </p:txBody>
      </p:sp>
      <p:sp>
        <p:nvSpPr>
          <p:cNvPr id="83" name="Shape 81">
            <a:extLst>
              <a:ext uri="{FF2B5EF4-FFF2-40B4-BE49-F238E27FC236}">
                <a16:creationId xmlns:a16="http://schemas.microsoft.com/office/drawing/2014/main" id="{D2667AE8-291B-E6D2-3DDF-7982D3861710}"/>
              </a:ext>
            </a:extLst>
          </p:cNvPr>
          <p:cNvSpPr/>
          <p:nvPr/>
        </p:nvSpPr>
        <p:spPr>
          <a:xfrm>
            <a:off x="8967083" y="5639288"/>
            <a:ext cx="150329" cy="425745"/>
          </a:xfrm>
          <a:prstGeom prst="rect">
            <a:avLst/>
          </a:prstGeom>
          <a:solidFill>
            <a:srgbClr val="3FE0D0">
              <a:alpha val="25000"/>
            </a:srgbClr>
          </a:solidFill>
          <a:ln/>
        </p:spPr>
        <p:txBody>
          <a:bodyPr/>
          <a:lstStyle/>
          <a:p>
            <a:endParaRPr lang="en-IN"/>
          </a:p>
        </p:txBody>
      </p:sp>
      <p:sp>
        <p:nvSpPr>
          <p:cNvPr id="84" name="Shape 82">
            <a:extLst>
              <a:ext uri="{FF2B5EF4-FFF2-40B4-BE49-F238E27FC236}">
                <a16:creationId xmlns:a16="http://schemas.microsoft.com/office/drawing/2014/main" id="{6DDC4F4E-98EC-9FA2-730F-E2B2032C436F}"/>
              </a:ext>
            </a:extLst>
          </p:cNvPr>
          <p:cNvSpPr/>
          <p:nvPr/>
        </p:nvSpPr>
        <p:spPr>
          <a:xfrm>
            <a:off x="9207610" y="5417564"/>
            <a:ext cx="150329" cy="869192"/>
          </a:xfrm>
          <a:prstGeom prst="rect">
            <a:avLst/>
          </a:prstGeom>
          <a:solidFill>
            <a:srgbClr val="3FE0D0">
              <a:alpha val="25000"/>
            </a:srgbClr>
          </a:solidFill>
          <a:ln/>
        </p:spPr>
        <p:txBody>
          <a:bodyPr/>
          <a:lstStyle/>
          <a:p>
            <a:endParaRPr lang="en-IN"/>
          </a:p>
        </p:txBody>
      </p:sp>
      <p:sp>
        <p:nvSpPr>
          <p:cNvPr id="85" name="Shape 83">
            <a:extLst>
              <a:ext uri="{FF2B5EF4-FFF2-40B4-BE49-F238E27FC236}">
                <a16:creationId xmlns:a16="http://schemas.microsoft.com/office/drawing/2014/main" id="{7B0C584B-48B1-C335-D1B1-B1BA1D59A932}"/>
              </a:ext>
            </a:extLst>
          </p:cNvPr>
          <p:cNvSpPr/>
          <p:nvPr/>
        </p:nvSpPr>
        <p:spPr>
          <a:xfrm>
            <a:off x="9448137" y="5529756"/>
            <a:ext cx="150329" cy="644808"/>
          </a:xfrm>
          <a:prstGeom prst="rect">
            <a:avLst/>
          </a:prstGeom>
          <a:solidFill>
            <a:srgbClr val="3FE0D0">
              <a:alpha val="25000"/>
            </a:srgbClr>
          </a:solidFill>
          <a:ln/>
        </p:spPr>
        <p:txBody>
          <a:bodyPr/>
          <a:lstStyle/>
          <a:p>
            <a:endParaRPr lang="en-IN"/>
          </a:p>
        </p:txBody>
      </p:sp>
      <p:sp>
        <p:nvSpPr>
          <p:cNvPr id="86" name="Shape 84">
            <a:extLst>
              <a:ext uri="{FF2B5EF4-FFF2-40B4-BE49-F238E27FC236}">
                <a16:creationId xmlns:a16="http://schemas.microsoft.com/office/drawing/2014/main" id="{459A2860-3F8B-3F23-16B3-B30664A8E7B8}"/>
              </a:ext>
            </a:extLst>
          </p:cNvPr>
          <p:cNvSpPr/>
          <p:nvPr/>
        </p:nvSpPr>
        <p:spPr>
          <a:xfrm>
            <a:off x="9688664" y="5718739"/>
            <a:ext cx="150329" cy="266843"/>
          </a:xfrm>
          <a:prstGeom prst="rect">
            <a:avLst/>
          </a:prstGeom>
          <a:solidFill>
            <a:srgbClr val="3FE0D0">
              <a:alpha val="25000"/>
            </a:srgbClr>
          </a:solidFill>
          <a:ln/>
        </p:spPr>
        <p:txBody>
          <a:bodyPr/>
          <a:lstStyle/>
          <a:p>
            <a:endParaRPr lang="en-IN"/>
          </a:p>
        </p:txBody>
      </p:sp>
      <p:sp>
        <p:nvSpPr>
          <p:cNvPr id="87" name="Shape 85">
            <a:extLst>
              <a:ext uri="{FF2B5EF4-FFF2-40B4-BE49-F238E27FC236}">
                <a16:creationId xmlns:a16="http://schemas.microsoft.com/office/drawing/2014/main" id="{B9DA7095-9C20-37B8-B97F-1473BC700F3F}"/>
              </a:ext>
            </a:extLst>
          </p:cNvPr>
          <p:cNvSpPr/>
          <p:nvPr/>
        </p:nvSpPr>
        <p:spPr>
          <a:xfrm>
            <a:off x="9929191" y="5735092"/>
            <a:ext cx="150329" cy="234136"/>
          </a:xfrm>
          <a:prstGeom prst="rect">
            <a:avLst/>
          </a:prstGeom>
          <a:solidFill>
            <a:srgbClr val="3FE0D0">
              <a:alpha val="25000"/>
            </a:srgbClr>
          </a:solidFill>
          <a:ln/>
        </p:spPr>
        <p:txBody>
          <a:bodyPr/>
          <a:lstStyle/>
          <a:p>
            <a:endParaRPr lang="en-IN"/>
          </a:p>
        </p:txBody>
      </p:sp>
      <p:sp>
        <p:nvSpPr>
          <p:cNvPr id="88" name="Shape 86">
            <a:extLst>
              <a:ext uri="{FF2B5EF4-FFF2-40B4-BE49-F238E27FC236}">
                <a16:creationId xmlns:a16="http://schemas.microsoft.com/office/drawing/2014/main" id="{F4A3ED4A-83FE-424D-B835-02B51AABEC9A}"/>
              </a:ext>
            </a:extLst>
          </p:cNvPr>
          <p:cNvSpPr/>
          <p:nvPr/>
        </p:nvSpPr>
        <p:spPr>
          <a:xfrm>
            <a:off x="10169718" y="5687652"/>
            <a:ext cx="150329" cy="329015"/>
          </a:xfrm>
          <a:prstGeom prst="rect">
            <a:avLst/>
          </a:prstGeom>
          <a:solidFill>
            <a:srgbClr val="3FE0D0">
              <a:alpha val="25000"/>
            </a:srgbClr>
          </a:solidFill>
          <a:ln/>
        </p:spPr>
        <p:txBody>
          <a:bodyPr/>
          <a:lstStyle/>
          <a:p>
            <a:endParaRPr lang="en-IN"/>
          </a:p>
        </p:txBody>
      </p:sp>
      <p:sp>
        <p:nvSpPr>
          <p:cNvPr id="89" name="Shape 87">
            <a:extLst>
              <a:ext uri="{FF2B5EF4-FFF2-40B4-BE49-F238E27FC236}">
                <a16:creationId xmlns:a16="http://schemas.microsoft.com/office/drawing/2014/main" id="{BEAA3FDE-6D3B-9892-CB6C-F8E006904CE7}"/>
              </a:ext>
            </a:extLst>
          </p:cNvPr>
          <p:cNvSpPr/>
          <p:nvPr/>
        </p:nvSpPr>
        <p:spPr>
          <a:xfrm>
            <a:off x="10410245" y="5479436"/>
            <a:ext cx="150329" cy="745448"/>
          </a:xfrm>
          <a:prstGeom prst="rect">
            <a:avLst/>
          </a:prstGeom>
          <a:solidFill>
            <a:srgbClr val="3FE0D0">
              <a:alpha val="25000"/>
            </a:srgbClr>
          </a:solidFill>
          <a:ln/>
        </p:spPr>
        <p:txBody>
          <a:bodyPr/>
          <a:lstStyle/>
          <a:p>
            <a:endParaRPr lang="en-IN"/>
          </a:p>
        </p:txBody>
      </p:sp>
      <p:sp>
        <p:nvSpPr>
          <p:cNvPr id="90" name="Shape 88">
            <a:extLst>
              <a:ext uri="{FF2B5EF4-FFF2-40B4-BE49-F238E27FC236}">
                <a16:creationId xmlns:a16="http://schemas.microsoft.com/office/drawing/2014/main" id="{CD220AA5-52E6-543E-BC95-67623E8A93DF}"/>
              </a:ext>
            </a:extLst>
          </p:cNvPr>
          <p:cNvSpPr/>
          <p:nvPr/>
        </p:nvSpPr>
        <p:spPr>
          <a:xfrm>
            <a:off x="10650772" y="5442101"/>
            <a:ext cx="150329" cy="820118"/>
          </a:xfrm>
          <a:prstGeom prst="rect">
            <a:avLst/>
          </a:prstGeom>
          <a:solidFill>
            <a:srgbClr val="3FE0D0">
              <a:alpha val="25000"/>
            </a:srgbClr>
          </a:solidFill>
          <a:ln/>
        </p:spPr>
        <p:txBody>
          <a:bodyPr/>
          <a:lstStyle/>
          <a:p>
            <a:endParaRPr lang="en-IN"/>
          </a:p>
        </p:txBody>
      </p:sp>
      <p:sp>
        <p:nvSpPr>
          <p:cNvPr id="91" name="Shape 89">
            <a:extLst>
              <a:ext uri="{FF2B5EF4-FFF2-40B4-BE49-F238E27FC236}">
                <a16:creationId xmlns:a16="http://schemas.microsoft.com/office/drawing/2014/main" id="{B06EBA45-E73A-BAB1-F288-B2228E31D6E5}"/>
              </a:ext>
            </a:extLst>
          </p:cNvPr>
          <p:cNvSpPr/>
          <p:nvPr/>
        </p:nvSpPr>
        <p:spPr>
          <a:xfrm>
            <a:off x="10891299" y="5718853"/>
            <a:ext cx="150329" cy="266615"/>
          </a:xfrm>
          <a:prstGeom prst="rect">
            <a:avLst/>
          </a:prstGeom>
          <a:solidFill>
            <a:srgbClr val="3FE0D0">
              <a:alpha val="25000"/>
            </a:srgbClr>
          </a:solidFill>
          <a:ln/>
        </p:spPr>
        <p:txBody>
          <a:bodyPr/>
          <a:lstStyle/>
          <a:p>
            <a:endParaRPr lang="en-IN"/>
          </a:p>
        </p:txBody>
      </p:sp>
      <p:sp>
        <p:nvSpPr>
          <p:cNvPr id="92" name="Shape 90">
            <a:extLst>
              <a:ext uri="{FF2B5EF4-FFF2-40B4-BE49-F238E27FC236}">
                <a16:creationId xmlns:a16="http://schemas.microsoft.com/office/drawing/2014/main" id="{CCEDBA20-CB0A-AF5C-FDFB-200590F3AFC5}"/>
              </a:ext>
            </a:extLst>
          </p:cNvPr>
          <p:cNvSpPr/>
          <p:nvPr/>
        </p:nvSpPr>
        <p:spPr>
          <a:xfrm>
            <a:off x="11131826" y="5534234"/>
            <a:ext cx="150329" cy="635853"/>
          </a:xfrm>
          <a:prstGeom prst="rect">
            <a:avLst/>
          </a:prstGeom>
          <a:solidFill>
            <a:srgbClr val="3FE0D0">
              <a:alpha val="25000"/>
            </a:srgbClr>
          </a:solidFill>
          <a:ln/>
        </p:spPr>
        <p:txBody>
          <a:bodyPr/>
          <a:lstStyle/>
          <a:p>
            <a:endParaRPr lang="en-IN"/>
          </a:p>
        </p:txBody>
      </p:sp>
      <p:sp>
        <p:nvSpPr>
          <p:cNvPr id="93" name="Shape 91">
            <a:extLst>
              <a:ext uri="{FF2B5EF4-FFF2-40B4-BE49-F238E27FC236}">
                <a16:creationId xmlns:a16="http://schemas.microsoft.com/office/drawing/2014/main" id="{E8619761-321F-7441-EA0A-BD35A8444FE9}"/>
              </a:ext>
            </a:extLst>
          </p:cNvPr>
          <p:cNvSpPr/>
          <p:nvPr/>
        </p:nvSpPr>
        <p:spPr>
          <a:xfrm>
            <a:off x="11372353" y="5577412"/>
            <a:ext cx="150329" cy="549496"/>
          </a:xfrm>
          <a:prstGeom prst="rect">
            <a:avLst/>
          </a:prstGeom>
          <a:solidFill>
            <a:srgbClr val="3FE0D0">
              <a:alpha val="25000"/>
            </a:srgbClr>
          </a:solidFill>
          <a:ln/>
        </p:spPr>
        <p:txBody>
          <a:bodyPr/>
          <a:lstStyle/>
          <a:p>
            <a:endParaRPr lang="en-IN"/>
          </a:p>
        </p:txBody>
      </p:sp>
      <p:sp>
        <p:nvSpPr>
          <p:cNvPr id="94" name="Shape 92">
            <a:extLst>
              <a:ext uri="{FF2B5EF4-FFF2-40B4-BE49-F238E27FC236}">
                <a16:creationId xmlns:a16="http://schemas.microsoft.com/office/drawing/2014/main" id="{4D023487-4090-35FF-8DA0-739498C70008}"/>
              </a:ext>
            </a:extLst>
          </p:cNvPr>
          <p:cNvSpPr/>
          <p:nvPr/>
        </p:nvSpPr>
        <p:spPr>
          <a:xfrm>
            <a:off x="-1463040" y="-1463040"/>
            <a:ext cx="4114800" cy="4114800"/>
          </a:xfrm>
          <a:prstGeom prst="ellipse">
            <a:avLst/>
          </a:prstGeom>
          <a:solidFill>
            <a:srgbClr val="FF9900">
              <a:alpha val="15000"/>
            </a:srgbClr>
          </a:solidFill>
          <a:ln/>
        </p:spPr>
        <p:txBody>
          <a:bodyPr/>
          <a:lstStyle/>
          <a:p>
            <a:endParaRPr lang="en-IN"/>
          </a:p>
        </p:txBody>
      </p:sp>
      <p:sp>
        <p:nvSpPr>
          <p:cNvPr id="96" name="Text 94">
            <a:extLst>
              <a:ext uri="{FF2B5EF4-FFF2-40B4-BE49-F238E27FC236}">
                <a16:creationId xmlns:a16="http://schemas.microsoft.com/office/drawing/2014/main" id="{613336BC-661A-F9C9-27A6-B019E7400F11}"/>
              </a:ext>
            </a:extLst>
          </p:cNvPr>
          <p:cNvSpPr/>
          <p:nvPr/>
        </p:nvSpPr>
        <p:spPr>
          <a:xfrm>
            <a:off x="2463800" y="2667000"/>
            <a:ext cx="6656484" cy="1005840"/>
          </a:xfrm>
          <a:prstGeom prst="rect">
            <a:avLst/>
          </a:prstGeom>
          <a:noFill/>
          <a:ln/>
        </p:spPr>
        <p:txBody>
          <a:bodyPr wrap="square" rtlCol="0" anchor="ctr"/>
          <a:lstStyle/>
          <a:p>
            <a:pPr marL="0" indent="0" algn="ctr">
              <a:buNone/>
            </a:pPr>
            <a:r>
              <a:rPr lang="en-US" sz="6600" b="1" kern="0" spc="300" dirty="0">
                <a:solidFill>
                  <a:srgbClr val="FF9900"/>
                </a:solidFill>
                <a:latin typeface="Calibri" pitchFamily="34" charset="0"/>
                <a:ea typeface="Calibri" pitchFamily="34" charset="-122"/>
                <a:cs typeface="Calibri" pitchFamily="34" charset="-120"/>
              </a:rPr>
              <a:t>Thank</a:t>
            </a:r>
            <a:r>
              <a:rPr lang="en-US" sz="6600" b="1" dirty="0">
                <a:solidFill>
                  <a:srgbClr val="FFFFFF"/>
                </a:solidFill>
                <a:latin typeface="Cambria" pitchFamily="34" charset="0"/>
                <a:ea typeface="Cambria" pitchFamily="34" charset="-122"/>
                <a:cs typeface="Cambria" pitchFamily="34" charset="-120"/>
              </a:rPr>
              <a:t> </a:t>
            </a:r>
            <a:r>
              <a:rPr lang="en-US" sz="6600" b="1" kern="0" spc="300" dirty="0">
                <a:solidFill>
                  <a:srgbClr val="FF9900"/>
                </a:solidFill>
                <a:latin typeface="Calibri" pitchFamily="34" charset="0"/>
                <a:ea typeface="Calibri" pitchFamily="34" charset="-122"/>
                <a:cs typeface="Calibri" pitchFamily="34" charset="-120"/>
              </a:rPr>
              <a:t>You</a:t>
            </a:r>
          </a:p>
        </p:txBody>
      </p:sp>
      <p:sp>
        <p:nvSpPr>
          <p:cNvPr id="99" name="Text 97">
            <a:extLst>
              <a:ext uri="{FF2B5EF4-FFF2-40B4-BE49-F238E27FC236}">
                <a16:creationId xmlns:a16="http://schemas.microsoft.com/office/drawing/2014/main" id="{D26D3A5D-C182-7A42-C384-5E10882FF96F}"/>
              </a:ext>
            </a:extLst>
          </p:cNvPr>
          <p:cNvSpPr/>
          <p:nvPr/>
        </p:nvSpPr>
        <p:spPr>
          <a:xfrm>
            <a:off x="1097280" y="3246120"/>
            <a:ext cx="457200" cy="457200"/>
          </a:xfrm>
          <a:prstGeom prst="rect">
            <a:avLst/>
          </a:prstGeom>
          <a:noFill/>
          <a:ln/>
        </p:spPr>
        <p:txBody>
          <a:bodyPr wrap="square" rtlCol="0" anchor="ctr"/>
          <a:lstStyle/>
          <a:p>
            <a:pPr marL="0" indent="0" algn="ctr">
              <a:buNone/>
            </a:pPr>
            <a:endParaRPr lang="en-US" sz="1800" dirty="0"/>
          </a:p>
        </p:txBody>
      </p:sp>
      <p:sp>
        <p:nvSpPr>
          <p:cNvPr id="106" name="Text 104">
            <a:extLst>
              <a:ext uri="{FF2B5EF4-FFF2-40B4-BE49-F238E27FC236}">
                <a16:creationId xmlns:a16="http://schemas.microsoft.com/office/drawing/2014/main" id="{1B83A62A-B704-55D9-D51A-76B9001AFB07}"/>
              </a:ext>
            </a:extLst>
          </p:cNvPr>
          <p:cNvSpPr/>
          <p:nvPr/>
        </p:nvSpPr>
        <p:spPr>
          <a:xfrm>
            <a:off x="11475720" y="6446520"/>
            <a:ext cx="548640" cy="320040"/>
          </a:xfrm>
          <a:prstGeom prst="rect">
            <a:avLst/>
          </a:prstGeom>
          <a:noFill/>
          <a:ln/>
        </p:spPr>
        <p:txBody>
          <a:bodyPr wrap="square" rtlCol="0" anchor="ctr"/>
          <a:lstStyle/>
          <a:p>
            <a:pPr marL="0" indent="0" algn="r">
              <a:buNone/>
            </a:pPr>
            <a:r>
              <a:rPr lang="en-US" sz="1000" dirty="0">
                <a:solidFill>
                  <a:srgbClr val="A79FD1"/>
                </a:solidFill>
                <a:latin typeface="Calibri" pitchFamily="34" charset="0"/>
                <a:ea typeface="Calibri" pitchFamily="34" charset="-122"/>
                <a:cs typeface="Calibri" pitchFamily="34" charset="-120"/>
              </a:rPr>
              <a:t>15</a:t>
            </a:r>
            <a:endParaRPr lang="en-US" sz="1000" dirty="0"/>
          </a:p>
        </p:txBody>
      </p:sp>
    </p:spTree>
    <p:extLst>
      <p:ext uri="{BB962C8B-B14F-4D97-AF65-F5344CB8AC3E}">
        <p14:creationId xmlns:p14="http://schemas.microsoft.com/office/powerpoint/2010/main" val="39440050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962</TotalTime>
  <Words>956</Words>
  <Application>Microsoft Office PowerPoint</Application>
  <PresentationFormat>Widescreen</PresentationFormat>
  <Paragraphs>268</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Mahesh Kumar</cp:lastModifiedBy>
  <cp:revision>6</cp:revision>
  <dcterms:created xsi:type="dcterms:W3CDTF">2026-07-12T17:08:02Z</dcterms:created>
  <dcterms:modified xsi:type="dcterms:W3CDTF">2026-07-13T09:14:53Z</dcterms:modified>
</cp:coreProperties>
</file>